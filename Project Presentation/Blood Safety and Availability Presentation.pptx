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12"/>
  </p:notesMasterIdLst>
  <p:sldIdLst>
    <p:sldId id="256" r:id="rId2"/>
    <p:sldId id="257" r:id="rId3"/>
    <p:sldId id="258" r:id="rId4"/>
    <p:sldId id="264" r:id="rId5"/>
    <p:sldId id="265" r:id="rId6"/>
    <p:sldId id="273" r:id="rId7"/>
    <p:sldId id="270" r:id="rId8"/>
    <p:sldId id="272" r:id="rId9"/>
    <p:sldId id="274" r:id="rId10"/>
    <p:sldId id="271"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Helvetica Neue" panose="020B060402020202020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1045">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6"/>
  </p:normalViewPr>
  <p:slideViewPr>
    <p:cSldViewPr snapToGrid="0">
      <p:cViewPr varScale="1">
        <p:scale>
          <a:sx n="81" d="100"/>
          <a:sy n="81" d="100"/>
        </p:scale>
        <p:origin x="725" y="43"/>
      </p:cViewPr>
      <p:guideLst>
        <p:guide orient="horz" pos="2160"/>
        <p:guide pos="3840"/>
        <p:guide orient="horz" pos="104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549a4050c4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g549a4050c4_0_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g549a4050c4_0_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727a90e8ea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g727a90e8ea_1_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g727a90e8ea_1_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2ac28b80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2ac28b806_6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72ac28b806_6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727a90e8ea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727a90e8ea_1_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727a90e8ea_1_10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2ac28b80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2ac28b806_6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72ac28b806_6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3436476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2ac28b80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2ac28b806_6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72ac28b806_6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413998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2ac28b80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2ac28b806_6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72ac28b806_6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063454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2ac28b80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2ac28b806_6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72ac28b806_6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73706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2ac28b80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2ac28b806_6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72ac28b806_6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060169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914400" y="2130426"/>
            <a:ext cx="10363200" cy="1470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0" name="Google Shape;20;p3"/>
          <p:cNvSpPr txBox="1">
            <a:spLocks noGrp="1"/>
          </p:cNvSpPr>
          <p:nvPr>
            <p:ph type="body" idx="1"/>
          </p:nvPr>
        </p:nvSpPr>
        <p:spPr>
          <a:xfrm>
            <a:off x="609600" y="1929270"/>
            <a:ext cx="10972800" cy="45261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lt1"/>
              </a:buClr>
              <a:buSzPts val="1800"/>
              <a:buChar char="•"/>
              <a:defRPr/>
            </a:lvl1pPr>
            <a:lvl2pPr marL="914400" lvl="1" indent="-342900" algn="l" rtl="0">
              <a:spcBef>
                <a:spcPts val="360"/>
              </a:spcBef>
              <a:spcAft>
                <a:spcPts val="0"/>
              </a:spcAft>
              <a:buClr>
                <a:schemeClr val="lt1"/>
              </a:buClr>
              <a:buSzPts val="1800"/>
              <a:buChar char="–"/>
              <a:defRPr/>
            </a:lvl2pPr>
            <a:lvl3pPr marL="1371600" lvl="2" indent="-342900" algn="l" rtl="0">
              <a:spcBef>
                <a:spcPts val="360"/>
              </a:spcBef>
              <a:spcAft>
                <a:spcPts val="0"/>
              </a:spcAft>
              <a:buClr>
                <a:schemeClr val="lt1"/>
              </a:buClr>
              <a:buSzPts val="1800"/>
              <a:buChar char="•"/>
              <a:defRPr/>
            </a:lvl3pPr>
            <a:lvl4pPr marL="1828800" lvl="3" indent="-342900" algn="l" rtl="0">
              <a:spcBef>
                <a:spcPts val="360"/>
              </a:spcBef>
              <a:spcAft>
                <a:spcPts val="0"/>
              </a:spcAft>
              <a:buClr>
                <a:schemeClr val="lt1"/>
              </a:buClr>
              <a:buSzPts val="1800"/>
              <a:buChar char="–"/>
              <a:defRPr/>
            </a:lvl4pPr>
            <a:lvl5pPr marL="2286000" lvl="4" indent="-342900" algn="l" rtl="0">
              <a:spcBef>
                <a:spcPts val="360"/>
              </a:spcBef>
              <a:spcAft>
                <a:spcPts val="0"/>
              </a:spcAft>
              <a:buClr>
                <a:schemeClr val="lt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963084" y="4406900"/>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4000" b="1" cap="none"/>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963084" y="2906714"/>
            <a:ext cx="10363200" cy="1500300"/>
          </a:xfrm>
          <a:prstGeom prst="rect">
            <a:avLst/>
          </a:prstGeom>
          <a:noFill/>
          <a:ln>
            <a:noFill/>
          </a:ln>
        </p:spPr>
        <p:txBody>
          <a:bodyPr spcFirstLastPara="1" wrap="square" lIns="91425" tIns="45700" rIns="91425" bIns="45700" anchor="b" anchorCtr="0">
            <a:no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 name="Google Shape;26;p5"/>
          <p:cNvSpPr txBox="1">
            <a:spLocks noGrp="1"/>
          </p:cNvSpPr>
          <p:nvPr>
            <p:ph type="body" idx="1"/>
          </p:nvPr>
        </p:nvSpPr>
        <p:spPr>
          <a:xfrm>
            <a:off x="609600" y="1600201"/>
            <a:ext cx="5384700" cy="4526100"/>
          </a:xfrm>
          <a:prstGeom prst="rect">
            <a:avLst/>
          </a:prstGeom>
          <a:noFill/>
          <a:ln>
            <a:noFill/>
          </a:ln>
        </p:spPr>
        <p:txBody>
          <a:bodyPr spcFirstLastPara="1" wrap="square" lIns="91425" tIns="45700" rIns="91425" bIns="45700" anchor="t" anchorCtr="0">
            <a:noAutofit/>
          </a:bodyPr>
          <a:lstStyle>
            <a:lvl1pPr marL="457200" lvl="0" indent="-406400" algn="l" rtl="0">
              <a:spcBef>
                <a:spcPts val="560"/>
              </a:spcBef>
              <a:spcAft>
                <a:spcPts val="0"/>
              </a:spcAft>
              <a:buClr>
                <a:schemeClr val="lt1"/>
              </a:buClr>
              <a:buSzPts val="2800"/>
              <a:buChar char="•"/>
              <a:defRPr sz="2800"/>
            </a:lvl1pPr>
            <a:lvl2pPr marL="914400" lvl="1" indent="-381000" algn="l" rtl="0">
              <a:spcBef>
                <a:spcPts val="480"/>
              </a:spcBef>
              <a:spcAft>
                <a:spcPts val="0"/>
              </a:spcAft>
              <a:buClr>
                <a:schemeClr val="lt1"/>
              </a:buClr>
              <a:buSzPts val="2400"/>
              <a:buChar char="–"/>
              <a:defRPr sz="2400"/>
            </a:lvl2pPr>
            <a:lvl3pPr marL="1371600" lvl="2" indent="-355600" algn="l" rtl="0">
              <a:spcBef>
                <a:spcPts val="400"/>
              </a:spcBef>
              <a:spcAft>
                <a:spcPts val="0"/>
              </a:spcAft>
              <a:buClr>
                <a:schemeClr val="lt1"/>
              </a:buClr>
              <a:buSzPts val="2000"/>
              <a:buChar char="•"/>
              <a:defRPr sz="2000"/>
            </a:lvl3pPr>
            <a:lvl4pPr marL="1828800" lvl="3" indent="-342900" algn="l" rtl="0">
              <a:spcBef>
                <a:spcPts val="360"/>
              </a:spcBef>
              <a:spcAft>
                <a:spcPts val="0"/>
              </a:spcAft>
              <a:buClr>
                <a:schemeClr val="lt1"/>
              </a:buClr>
              <a:buSzPts val="1800"/>
              <a:buChar char="–"/>
              <a:defRPr sz="1800"/>
            </a:lvl4pPr>
            <a:lvl5pPr marL="2286000" lvl="4" indent="-342900" algn="l" rtl="0">
              <a:spcBef>
                <a:spcPts val="360"/>
              </a:spcBef>
              <a:spcAft>
                <a:spcPts val="0"/>
              </a:spcAft>
              <a:buClr>
                <a:schemeClr val="lt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27" name="Google Shape;27;p5"/>
          <p:cNvSpPr txBox="1">
            <a:spLocks noGrp="1"/>
          </p:cNvSpPr>
          <p:nvPr>
            <p:ph type="body" idx="2"/>
          </p:nvPr>
        </p:nvSpPr>
        <p:spPr>
          <a:xfrm>
            <a:off x="6197600" y="1600201"/>
            <a:ext cx="5384700" cy="4526100"/>
          </a:xfrm>
          <a:prstGeom prst="rect">
            <a:avLst/>
          </a:prstGeom>
          <a:noFill/>
          <a:ln>
            <a:noFill/>
          </a:ln>
        </p:spPr>
        <p:txBody>
          <a:bodyPr spcFirstLastPara="1" wrap="square" lIns="91425" tIns="45700" rIns="91425" bIns="45700" anchor="t" anchorCtr="0">
            <a:noAutofit/>
          </a:bodyPr>
          <a:lstStyle>
            <a:lvl1pPr marL="457200" lvl="0" indent="-406400" algn="l" rtl="0">
              <a:spcBef>
                <a:spcPts val="560"/>
              </a:spcBef>
              <a:spcAft>
                <a:spcPts val="0"/>
              </a:spcAft>
              <a:buClr>
                <a:schemeClr val="lt1"/>
              </a:buClr>
              <a:buSzPts val="2800"/>
              <a:buChar char="•"/>
              <a:defRPr sz="2800"/>
            </a:lvl1pPr>
            <a:lvl2pPr marL="914400" lvl="1" indent="-381000" algn="l" rtl="0">
              <a:spcBef>
                <a:spcPts val="480"/>
              </a:spcBef>
              <a:spcAft>
                <a:spcPts val="0"/>
              </a:spcAft>
              <a:buClr>
                <a:schemeClr val="lt1"/>
              </a:buClr>
              <a:buSzPts val="2400"/>
              <a:buChar char="–"/>
              <a:defRPr sz="2400"/>
            </a:lvl2pPr>
            <a:lvl3pPr marL="1371600" lvl="2" indent="-355600" algn="l" rtl="0">
              <a:spcBef>
                <a:spcPts val="400"/>
              </a:spcBef>
              <a:spcAft>
                <a:spcPts val="0"/>
              </a:spcAft>
              <a:buClr>
                <a:schemeClr val="lt1"/>
              </a:buClr>
              <a:buSzPts val="2000"/>
              <a:buChar char="•"/>
              <a:defRPr sz="2000"/>
            </a:lvl3pPr>
            <a:lvl4pPr marL="1828800" lvl="3" indent="-342900" algn="l" rtl="0">
              <a:spcBef>
                <a:spcPts val="360"/>
              </a:spcBef>
              <a:spcAft>
                <a:spcPts val="0"/>
              </a:spcAft>
              <a:buClr>
                <a:schemeClr val="lt1"/>
              </a:buClr>
              <a:buSzPts val="1800"/>
              <a:buChar char="–"/>
              <a:defRPr sz="1800"/>
            </a:lvl4pPr>
            <a:lvl5pPr marL="2286000" lvl="4" indent="-342900" algn="l" rtl="0">
              <a:spcBef>
                <a:spcPts val="360"/>
              </a:spcBef>
              <a:spcAft>
                <a:spcPts val="0"/>
              </a:spcAft>
              <a:buClr>
                <a:schemeClr val="lt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 name="Google Shape;30;p6"/>
          <p:cNvSpPr txBox="1">
            <a:spLocks noGrp="1"/>
          </p:cNvSpPr>
          <p:nvPr>
            <p:ph type="body" idx="1"/>
          </p:nvPr>
        </p:nvSpPr>
        <p:spPr>
          <a:xfrm>
            <a:off x="609601" y="1535113"/>
            <a:ext cx="5386800" cy="639900"/>
          </a:xfrm>
          <a:prstGeom prst="rect">
            <a:avLst/>
          </a:prstGeom>
          <a:noFill/>
          <a:ln>
            <a:noFill/>
          </a:ln>
        </p:spPr>
        <p:txBody>
          <a:bodyPr spcFirstLastPara="1" wrap="square" lIns="91425" tIns="45700" rIns="91425" bIns="45700" anchor="b" anchorCtr="0">
            <a:noAutofit/>
          </a:bodyPr>
          <a:lstStyle>
            <a:lvl1pPr marL="457200" lvl="0" indent="-228600" algn="l" rtl="0">
              <a:spcBef>
                <a:spcPts val="480"/>
              </a:spcBef>
              <a:spcAft>
                <a:spcPts val="0"/>
              </a:spcAft>
              <a:buClr>
                <a:schemeClr val="lt1"/>
              </a:buClr>
              <a:buSzPts val="2400"/>
              <a:buNone/>
              <a:defRPr sz="2400" b="1"/>
            </a:lvl1pPr>
            <a:lvl2pPr marL="914400" lvl="1" indent="-228600" algn="l" rtl="0">
              <a:spcBef>
                <a:spcPts val="400"/>
              </a:spcBef>
              <a:spcAft>
                <a:spcPts val="0"/>
              </a:spcAft>
              <a:buClr>
                <a:schemeClr val="lt1"/>
              </a:buClr>
              <a:buSzPts val="2000"/>
              <a:buNone/>
              <a:defRPr sz="2000" b="1"/>
            </a:lvl2pPr>
            <a:lvl3pPr marL="1371600" lvl="2" indent="-228600" algn="l" rtl="0">
              <a:spcBef>
                <a:spcPts val="360"/>
              </a:spcBef>
              <a:spcAft>
                <a:spcPts val="0"/>
              </a:spcAft>
              <a:buClr>
                <a:schemeClr val="lt1"/>
              </a:buClr>
              <a:buSzPts val="1800"/>
              <a:buNone/>
              <a:defRPr sz="1800" b="1"/>
            </a:lvl3pPr>
            <a:lvl4pPr marL="1828800" lvl="3" indent="-228600" algn="l" rtl="0">
              <a:spcBef>
                <a:spcPts val="320"/>
              </a:spcBef>
              <a:spcAft>
                <a:spcPts val="0"/>
              </a:spcAft>
              <a:buClr>
                <a:schemeClr val="lt1"/>
              </a:buClr>
              <a:buSzPts val="1600"/>
              <a:buNone/>
              <a:defRPr sz="1600" b="1"/>
            </a:lvl4pPr>
            <a:lvl5pPr marL="2286000" lvl="4" indent="-228600" algn="l" rtl="0">
              <a:spcBef>
                <a:spcPts val="320"/>
              </a:spcBef>
              <a:spcAft>
                <a:spcPts val="0"/>
              </a:spcAft>
              <a:buClr>
                <a:schemeClr val="lt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31" name="Google Shape;31;p6"/>
          <p:cNvSpPr txBox="1">
            <a:spLocks noGrp="1"/>
          </p:cNvSpPr>
          <p:nvPr>
            <p:ph type="body" idx="2"/>
          </p:nvPr>
        </p:nvSpPr>
        <p:spPr>
          <a:xfrm>
            <a:off x="609601" y="2174875"/>
            <a:ext cx="5386800" cy="3951300"/>
          </a:xfrm>
          <a:prstGeom prst="rect">
            <a:avLst/>
          </a:prstGeom>
          <a:noFill/>
          <a:ln>
            <a:noFill/>
          </a:ln>
        </p:spPr>
        <p:txBody>
          <a:bodyPr spcFirstLastPara="1" wrap="square" lIns="91425" tIns="45700" rIns="91425" bIns="45700" anchor="t" anchorCtr="0">
            <a:noAutofit/>
          </a:bodyPr>
          <a:lstStyle>
            <a:lvl1pPr marL="457200" lvl="0" indent="-381000" algn="l" rtl="0">
              <a:spcBef>
                <a:spcPts val="480"/>
              </a:spcBef>
              <a:spcAft>
                <a:spcPts val="0"/>
              </a:spcAft>
              <a:buClr>
                <a:schemeClr val="lt1"/>
              </a:buClr>
              <a:buSzPts val="2400"/>
              <a:buChar char="•"/>
              <a:defRPr sz="2400"/>
            </a:lvl1pPr>
            <a:lvl2pPr marL="914400" lvl="1" indent="-355600" algn="l" rtl="0">
              <a:spcBef>
                <a:spcPts val="400"/>
              </a:spcBef>
              <a:spcAft>
                <a:spcPts val="0"/>
              </a:spcAft>
              <a:buClr>
                <a:schemeClr val="lt1"/>
              </a:buClr>
              <a:buSzPts val="2000"/>
              <a:buChar char="–"/>
              <a:defRPr sz="2000"/>
            </a:lvl2pPr>
            <a:lvl3pPr marL="1371600" lvl="2" indent="-342900" algn="l" rtl="0">
              <a:spcBef>
                <a:spcPts val="360"/>
              </a:spcBef>
              <a:spcAft>
                <a:spcPts val="0"/>
              </a:spcAft>
              <a:buClr>
                <a:schemeClr val="lt1"/>
              </a:buClr>
              <a:buSzPts val="1800"/>
              <a:buChar char="•"/>
              <a:defRPr sz="1800"/>
            </a:lvl3pPr>
            <a:lvl4pPr marL="1828800" lvl="3" indent="-330200" algn="l" rtl="0">
              <a:spcBef>
                <a:spcPts val="320"/>
              </a:spcBef>
              <a:spcAft>
                <a:spcPts val="0"/>
              </a:spcAft>
              <a:buClr>
                <a:schemeClr val="lt1"/>
              </a:buClr>
              <a:buSzPts val="1600"/>
              <a:buChar char="–"/>
              <a:defRPr sz="1600"/>
            </a:lvl4pPr>
            <a:lvl5pPr marL="2286000" lvl="4" indent="-330200" algn="l" rtl="0">
              <a:spcBef>
                <a:spcPts val="320"/>
              </a:spcBef>
              <a:spcAft>
                <a:spcPts val="0"/>
              </a:spcAft>
              <a:buClr>
                <a:schemeClr val="lt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32" name="Google Shape;32;p6"/>
          <p:cNvSpPr txBox="1">
            <a:spLocks noGrp="1"/>
          </p:cNvSpPr>
          <p:nvPr>
            <p:ph type="body" idx="3"/>
          </p:nvPr>
        </p:nvSpPr>
        <p:spPr>
          <a:xfrm>
            <a:off x="6193368" y="1535113"/>
            <a:ext cx="5388900" cy="639900"/>
          </a:xfrm>
          <a:prstGeom prst="rect">
            <a:avLst/>
          </a:prstGeom>
          <a:noFill/>
          <a:ln>
            <a:noFill/>
          </a:ln>
        </p:spPr>
        <p:txBody>
          <a:bodyPr spcFirstLastPara="1" wrap="square" lIns="91425" tIns="45700" rIns="91425" bIns="45700" anchor="b" anchorCtr="0">
            <a:noAutofit/>
          </a:bodyPr>
          <a:lstStyle>
            <a:lvl1pPr marL="457200" lvl="0" indent="-228600" algn="l" rtl="0">
              <a:spcBef>
                <a:spcPts val="480"/>
              </a:spcBef>
              <a:spcAft>
                <a:spcPts val="0"/>
              </a:spcAft>
              <a:buClr>
                <a:schemeClr val="lt1"/>
              </a:buClr>
              <a:buSzPts val="2400"/>
              <a:buNone/>
              <a:defRPr sz="2400" b="1"/>
            </a:lvl1pPr>
            <a:lvl2pPr marL="914400" lvl="1" indent="-228600" algn="l" rtl="0">
              <a:spcBef>
                <a:spcPts val="400"/>
              </a:spcBef>
              <a:spcAft>
                <a:spcPts val="0"/>
              </a:spcAft>
              <a:buClr>
                <a:schemeClr val="lt1"/>
              </a:buClr>
              <a:buSzPts val="2000"/>
              <a:buNone/>
              <a:defRPr sz="2000" b="1"/>
            </a:lvl2pPr>
            <a:lvl3pPr marL="1371600" lvl="2" indent="-228600" algn="l" rtl="0">
              <a:spcBef>
                <a:spcPts val="360"/>
              </a:spcBef>
              <a:spcAft>
                <a:spcPts val="0"/>
              </a:spcAft>
              <a:buClr>
                <a:schemeClr val="lt1"/>
              </a:buClr>
              <a:buSzPts val="1800"/>
              <a:buNone/>
              <a:defRPr sz="1800" b="1"/>
            </a:lvl3pPr>
            <a:lvl4pPr marL="1828800" lvl="3" indent="-228600" algn="l" rtl="0">
              <a:spcBef>
                <a:spcPts val="320"/>
              </a:spcBef>
              <a:spcAft>
                <a:spcPts val="0"/>
              </a:spcAft>
              <a:buClr>
                <a:schemeClr val="lt1"/>
              </a:buClr>
              <a:buSzPts val="1600"/>
              <a:buNone/>
              <a:defRPr sz="1600" b="1"/>
            </a:lvl4pPr>
            <a:lvl5pPr marL="2286000" lvl="4" indent="-228600" algn="l" rtl="0">
              <a:spcBef>
                <a:spcPts val="320"/>
              </a:spcBef>
              <a:spcAft>
                <a:spcPts val="0"/>
              </a:spcAft>
              <a:buClr>
                <a:schemeClr val="lt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33" name="Google Shape;33;p6"/>
          <p:cNvSpPr txBox="1">
            <a:spLocks noGrp="1"/>
          </p:cNvSpPr>
          <p:nvPr>
            <p:ph type="body" idx="4"/>
          </p:nvPr>
        </p:nvSpPr>
        <p:spPr>
          <a:xfrm>
            <a:off x="6193368" y="2174875"/>
            <a:ext cx="5388900" cy="3951300"/>
          </a:xfrm>
          <a:prstGeom prst="rect">
            <a:avLst/>
          </a:prstGeom>
          <a:noFill/>
          <a:ln>
            <a:noFill/>
          </a:ln>
        </p:spPr>
        <p:txBody>
          <a:bodyPr spcFirstLastPara="1" wrap="square" lIns="91425" tIns="45700" rIns="91425" bIns="45700" anchor="t" anchorCtr="0">
            <a:noAutofit/>
          </a:bodyPr>
          <a:lstStyle>
            <a:lvl1pPr marL="457200" lvl="0" indent="-381000" algn="l" rtl="0">
              <a:spcBef>
                <a:spcPts val="480"/>
              </a:spcBef>
              <a:spcAft>
                <a:spcPts val="0"/>
              </a:spcAft>
              <a:buClr>
                <a:schemeClr val="lt1"/>
              </a:buClr>
              <a:buSzPts val="2400"/>
              <a:buChar char="•"/>
              <a:defRPr sz="2400"/>
            </a:lvl1pPr>
            <a:lvl2pPr marL="914400" lvl="1" indent="-355600" algn="l" rtl="0">
              <a:spcBef>
                <a:spcPts val="400"/>
              </a:spcBef>
              <a:spcAft>
                <a:spcPts val="0"/>
              </a:spcAft>
              <a:buClr>
                <a:schemeClr val="lt1"/>
              </a:buClr>
              <a:buSzPts val="2000"/>
              <a:buChar char="–"/>
              <a:defRPr sz="2000"/>
            </a:lvl2pPr>
            <a:lvl3pPr marL="1371600" lvl="2" indent="-342900" algn="l" rtl="0">
              <a:spcBef>
                <a:spcPts val="360"/>
              </a:spcBef>
              <a:spcAft>
                <a:spcPts val="0"/>
              </a:spcAft>
              <a:buClr>
                <a:schemeClr val="lt1"/>
              </a:buClr>
              <a:buSzPts val="1800"/>
              <a:buChar char="•"/>
              <a:defRPr sz="1800"/>
            </a:lvl3pPr>
            <a:lvl4pPr marL="1828800" lvl="3" indent="-330200" algn="l" rtl="0">
              <a:spcBef>
                <a:spcPts val="320"/>
              </a:spcBef>
              <a:spcAft>
                <a:spcPts val="0"/>
              </a:spcAft>
              <a:buClr>
                <a:schemeClr val="lt1"/>
              </a:buClr>
              <a:buSzPts val="1600"/>
              <a:buChar char="–"/>
              <a:defRPr sz="1600"/>
            </a:lvl4pPr>
            <a:lvl5pPr marL="2286000" lvl="4" indent="-330200" algn="l" rtl="0">
              <a:spcBef>
                <a:spcPts val="320"/>
              </a:spcBef>
              <a:spcAft>
                <a:spcPts val="0"/>
              </a:spcAft>
              <a:buClr>
                <a:schemeClr val="lt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7"/>
          <p:cNvSpPr/>
          <p:nvPr/>
        </p:nvSpPr>
        <p:spPr>
          <a:xfrm>
            <a:off x="0" y="534573"/>
            <a:ext cx="12192000" cy="6323400"/>
          </a:xfrm>
          <a:prstGeom prst="rect">
            <a:avLst/>
          </a:prstGeom>
          <a:solidFill>
            <a:schemeClr val="dk1"/>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36" name="Google Shape;36;p7"/>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
        <p:cNvGrpSpPr/>
        <p:nvPr/>
      </p:nvGrpSpPr>
      <p:grpSpPr>
        <a:xfrm>
          <a:off x="0" y="0"/>
          <a:ext cx="0" cy="0"/>
          <a:chOff x="0" y="0"/>
          <a:chExt cx="0" cy="0"/>
        </a:xfrm>
      </p:grpSpPr>
      <p:sp>
        <p:nvSpPr>
          <p:cNvPr id="39" name="Google Shape;39;p9"/>
          <p:cNvSpPr txBox="1">
            <a:spLocks noGrp="1"/>
          </p:cNvSpPr>
          <p:nvPr>
            <p:ph type="title"/>
          </p:nvPr>
        </p:nvSpPr>
        <p:spPr>
          <a:xfrm>
            <a:off x="609601" y="527482"/>
            <a:ext cx="4011000" cy="1161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0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0" name="Google Shape;40;p9"/>
          <p:cNvSpPr txBox="1">
            <a:spLocks noGrp="1"/>
          </p:cNvSpPr>
          <p:nvPr>
            <p:ph type="body" idx="1"/>
          </p:nvPr>
        </p:nvSpPr>
        <p:spPr>
          <a:xfrm>
            <a:off x="4766733" y="527483"/>
            <a:ext cx="6815700" cy="5853000"/>
          </a:xfrm>
          <a:prstGeom prst="rect">
            <a:avLst/>
          </a:prstGeom>
          <a:noFill/>
          <a:ln>
            <a:noFill/>
          </a:ln>
        </p:spPr>
        <p:txBody>
          <a:bodyPr spcFirstLastPara="1" wrap="square" lIns="91425" tIns="45700" rIns="91425" bIns="45700" anchor="t" anchorCtr="0">
            <a:noAutofit/>
          </a:bodyPr>
          <a:lstStyle>
            <a:lvl1pPr marL="457200" lvl="0" indent="-431800" algn="l" rtl="0">
              <a:spcBef>
                <a:spcPts val="640"/>
              </a:spcBef>
              <a:spcAft>
                <a:spcPts val="0"/>
              </a:spcAft>
              <a:buClr>
                <a:schemeClr val="lt1"/>
              </a:buClr>
              <a:buSzPts val="3200"/>
              <a:buChar char="•"/>
              <a:defRPr sz="3200"/>
            </a:lvl1pPr>
            <a:lvl2pPr marL="914400" lvl="1" indent="-406400" algn="l" rtl="0">
              <a:spcBef>
                <a:spcPts val="560"/>
              </a:spcBef>
              <a:spcAft>
                <a:spcPts val="0"/>
              </a:spcAft>
              <a:buClr>
                <a:schemeClr val="lt1"/>
              </a:buClr>
              <a:buSzPts val="2800"/>
              <a:buChar char="–"/>
              <a:defRPr sz="2800"/>
            </a:lvl2pPr>
            <a:lvl3pPr marL="1371600" lvl="2" indent="-381000" algn="l" rtl="0">
              <a:spcBef>
                <a:spcPts val="480"/>
              </a:spcBef>
              <a:spcAft>
                <a:spcPts val="0"/>
              </a:spcAft>
              <a:buClr>
                <a:schemeClr val="lt1"/>
              </a:buClr>
              <a:buSzPts val="2400"/>
              <a:buChar char="•"/>
              <a:defRPr sz="2400"/>
            </a:lvl3pPr>
            <a:lvl4pPr marL="1828800" lvl="3" indent="-355600" algn="l" rtl="0">
              <a:spcBef>
                <a:spcPts val="400"/>
              </a:spcBef>
              <a:spcAft>
                <a:spcPts val="0"/>
              </a:spcAft>
              <a:buClr>
                <a:schemeClr val="lt1"/>
              </a:buClr>
              <a:buSzPts val="2000"/>
              <a:buChar char="–"/>
              <a:defRPr sz="2000"/>
            </a:lvl4pPr>
            <a:lvl5pPr marL="2286000" lvl="4" indent="-355600" algn="l" rtl="0">
              <a:spcBef>
                <a:spcPts val="400"/>
              </a:spcBef>
              <a:spcAft>
                <a:spcPts val="0"/>
              </a:spcAft>
              <a:buClr>
                <a:schemeClr val="lt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1" name="Google Shape;41;p9"/>
          <p:cNvSpPr txBox="1">
            <a:spLocks noGrp="1"/>
          </p:cNvSpPr>
          <p:nvPr>
            <p:ph type="body" idx="2"/>
          </p:nvPr>
        </p:nvSpPr>
        <p:spPr>
          <a:xfrm>
            <a:off x="609601" y="1689533"/>
            <a:ext cx="4011000" cy="4691100"/>
          </a:xfrm>
          <a:prstGeom prst="rect">
            <a:avLst/>
          </a:prstGeom>
          <a:noFill/>
          <a:ln>
            <a:noFill/>
          </a:ln>
        </p:spPr>
        <p:txBody>
          <a:bodyPr spcFirstLastPara="1" wrap="square" lIns="91425" tIns="45700" rIns="91425" bIns="45700" anchor="t" anchorCtr="0">
            <a:noAutofit/>
          </a:bodyPr>
          <a:lstStyle>
            <a:lvl1pPr marL="457200" lvl="0" indent="-228600" algn="l" rtl="0">
              <a:spcBef>
                <a:spcPts val="280"/>
              </a:spcBef>
              <a:spcAft>
                <a:spcPts val="0"/>
              </a:spcAft>
              <a:buClr>
                <a:schemeClr val="lt1"/>
              </a:buClr>
              <a:buSzPts val="1400"/>
              <a:buNone/>
              <a:defRPr sz="1400"/>
            </a:lvl1pPr>
            <a:lvl2pPr marL="914400" lvl="1" indent="-228600" algn="l" rtl="0">
              <a:spcBef>
                <a:spcPts val="240"/>
              </a:spcBef>
              <a:spcAft>
                <a:spcPts val="0"/>
              </a:spcAft>
              <a:buClr>
                <a:schemeClr val="lt1"/>
              </a:buClr>
              <a:buSzPts val="1200"/>
              <a:buNone/>
              <a:defRPr sz="1200"/>
            </a:lvl2pPr>
            <a:lvl3pPr marL="1371600" lvl="2" indent="-228600" algn="l" rtl="0">
              <a:spcBef>
                <a:spcPts val="200"/>
              </a:spcBef>
              <a:spcAft>
                <a:spcPts val="0"/>
              </a:spcAft>
              <a:buClr>
                <a:schemeClr val="lt1"/>
              </a:buClr>
              <a:buSzPts val="1000"/>
              <a:buNone/>
              <a:defRPr sz="1000"/>
            </a:lvl3pPr>
            <a:lvl4pPr marL="1828800" lvl="3" indent="-228600" algn="l" rtl="0">
              <a:spcBef>
                <a:spcPts val="180"/>
              </a:spcBef>
              <a:spcAft>
                <a:spcPts val="0"/>
              </a:spcAft>
              <a:buClr>
                <a:schemeClr val="lt1"/>
              </a:buClr>
              <a:buSzPts val="900"/>
              <a:buNone/>
              <a:defRPr sz="900"/>
            </a:lvl4pPr>
            <a:lvl5pPr marL="2286000" lvl="4" indent="-228600" algn="l" rtl="0">
              <a:spcBef>
                <a:spcPts val="180"/>
              </a:spcBef>
              <a:spcAft>
                <a:spcPts val="0"/>
              </a:spcAft>
              <a:buClr>
                <a:schemeClr val="lt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2"/>
        <p:cNvGrpSpPr/>
        <p:nvPr/>
      </p:nvGrpSpPr>
      <p:grpSpPr>
        <a:xfrm>
          <a:off x="0" y="0"/>
          <a:ext cx="0" cy="0"/>
          <a:chOff x="0" y="0"/>
          <a:chExt cx="0" cy="0"/>
        </a:xfrm>
      </p:grpSpPr>
      <p:sp>
        <p:nvSpPr>
          <p:cNvPr id="43" name="Google Shape;43;p10"/>
          <p:cNvSpPr txBox="1">
            <a:spLocks noGrp="1"/>
          </p:cNvSpPr>
          <p:nvPr>
            <p:ph type="title"/>
          </p:nvPr>
        </p:nvSpPr>
        <p:spPr>
          <a:xfrm>
            <a:off x="2389717" y="4800601"/>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000" b="1"/>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 name="Google Shape;44;p10"/>
          <p:cNvSpPr>
            <a:spLocks noGrp="1"/>
          </p:cNvSpPr>
          <p:nvPr>
            <p:ph type="pic" idx="2"/>
          </p:nvPr>
        </p:nvSpPr>
        <p:spPr>
          <a:xfrm>
            <a:off x="2389717" y="612775"/>
            <a:ext cx="73152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1"/>
              </a:buClr>
              <a:buSzPts val="3200"/>
              <a:buFont typeface="Arial"/>
              <a:buNone/>
              <a:defRPr sz="3200" b="0" i="0" u="none" strike="noStrike" cap="none">
                <a:solidFill>
                  <a:schemeClr val="lt1"/>
                </a:solidFill>
                <a:latin typeface="Calibri"/>
                <a:ea typeface="Calibri"/>
                <a:cs typeface="Calibri"/>
                <a:sym typeface="Calibri"/>
              </a:defRPr>
            </a:lvl1pPr>
            <a:lvl2pPr marR="0" lvl="1" algn="l" rtl="0">
              <a:spcBef>
                <a:spcPts val="560"/>
              </a:spcBef>
              <a:spcAft>
                <a:spcPts val="0"/>
              </a:spcAft>
              <a:buClr>
                <a:schemeClr val="lt1"/>
              </a:buClr>
              <a:buSzPts val="2800"/>
              <a:buFont typeface="Arial"/>
              <a:buNone/>
              <a:defRPr sz="2800" b="0" i="0" u="none" strike="noStrike" cap="none">
                <a:solidFill>
                  <a:schemeClr val="lt1"/>
                </a:solidFill>
                <a:latin typeface="Calibri"/>
                <a:ea typeface="Calibri"/>
                <a:cs typeface="Calibri"/>
                <a:sym typeface="Calibri"/>
              </a:defRPr>
            </a:lvl2pPr>
            <a:lvl3pPr marR="0" lvl="2" algn="l" rtl="0">
              <a:spcBef>
                <a:spcPts val="480"/>
              </a:spcBef>
              <a:spcAft>
                <a:spcPts val="0"/>
              </a:spcAft>
              <a:buClr>
                <a:schemeClr val="lt1"/>
              </a:buClr>
              <a:buSzPts val="2400"/>
              <a:buFont typeface="Arial"/>
              <a:buNone/>
              <a:defRPr sz="2400" b="0" i="0" u="none" strike="noStrike" cap="none">
                <a:solidFill>
                  <a:schemeClr val="lt1"/>
                </a:solidFill>
                <a:latin typeface="Calibri"/>
                <a:ea typeface="Calibri"/>
                <a:cs typeface="Calibri"/>
                <a:sym typeface="Calibri"/>
              </a:defRPr>
            </a:lvl3pPr>
            <a:lvl4pPr marR="0" lvl="3" algn="l" rtl="0">
              <a:spcBef>
                <a:spcPts val="4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4pPr>
            <a:lvl5pPr marR="0" lvl="4" algn="l" rtl="0">
              <a:spcBef>
                <a:spcPts val="4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45" name="Google Shape;45;p10"/>
          <p:cNvSpPr txBox="1">
            <a:spLocks noGrp="1"/>
          </p:cNvSpPr>
          <p:nvPr>
            <p:ph type="body" idx="1"/>
          </p:nvPr>
        </p:nvSpPr>
        <p:spPr>
          <a:xfrm>
            <a:off x="2389717" y="5367339"/>
            <a:ext cx="7315200" cy="804900"/>
          </a:xfrm>
          <a:prstGeom prst="rect">
            <a:avLst/>
          </a:prstGeom>
          <a:noFill/>
          <a:ln>
            <a:noFill/>
          </a:ln>
        </p:spPr>
        <p:txBody>
          <a:bodyPr spcFirstLastPara="1" wrap="square" lIns="91425" tIns="45700" rIns="91425" bIns="45700" anchor="t" anchorCtr="0">
            <a:noAutofit/>
          </a:bodyPr>
          <a:lstStyle>
            <a:lvl1pPr marL="457200" lvl="0" indent="-228600" algn="l" rtl="0">
              <a:spcBef>
                <a:spcPts val="280"/>
              </a:spcBef>
              <a:spcAft>
                <a:spcPts val="0"/>
              </a:spcAft>
              <a:buClr>
                <a:schemeClr val="lt1"/>
              </a:buClr>
              <a:buSzPts val="1400"/>
              <a:buNone/>
              <a:defRPr sz="1400"/>
            </a:lvl1pPr>
            <a:lvl2pPr marL="914400" lvl="1" indent="-228600" algn="l" rtl="0">
              <a:spcBef>
                <a:spcPts val="240"/>
              </a:spcBef>
              <a:spcAft>
                <a:spcPts val="0"/>
              </a:spcAft>
              <a:buClr>
                <a:schemeClr val="lt1"/>
              </a:buClr>
              <a:buSzPts val="1200"/>
              <a:buNone/>
              <a:defRPr sz="1200"/>
            </a:lvl2pPr>
            <a:lvl3pPr marL="1371600" lvl="2" indent="-228600" algn="l" rtl="0">
              <a:spcBef>
                <a:spcPts val="200"/>
              </a:spcBef>
              <a:spcAft>
                <a:spcPts val="0"/>
              </a:spcAft>
              <a:buClr>
                <a:schemeClr val="lt1"/>
              </a:buClr>
              <a:buSzPts val="1000"/>
              <a:buNone/>
              <a:defRPr sz="1000"/>
            </a:lvl3pPr>
            <a:lvl4pPr marL="1828800" lvl="3" indent="-228600" algn="l" rtl="0">
              <a:spcBef>
                <a:spcPts val="180"/>
              </a:spcBef>
              <a:spcAft>
                <a:spcPts val="0"/>
              </a:spcAft>
              <a:buClr>
                <a:schemeClr val="lt1"/>
              </a:buClr>
              <a:buSzPts val="900"/>
              <a:buNone/>
              <a:defRPr sz="900"/>
            </a:lvl4pPr>
            <a:lvl5pPr marL="2286000" lvl="4" indent="-228600" algn="l" rtl="0">
              <a:spcBef>
                <a:spcPts val="180"/>
              </a:spcBef>
              <a:spcAft>
                <a:spcPts val="0"/>
              </a:spcAft>
              <a:buClr>
                <a:schemeClr val="lt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 name="Google Shape;48;p11"/>
          <p:cNvSpPr txBox="1">
            <a:spLocks noGrp="1"/>
          </p:cNvSpPr>
          <p:nvPr>
            <p:ph type="body" idx="1"/>
          </p:nvPr>
        </p:nvSpPr>
        <p:spPr>
          <a:xfrm rot="5400000">
            <a:off x="3832950" y="-1294080"/>
            <a:ext cx="4526100" cy="109728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lt1"/>
              </a:buClr>
              <a:buSzPts val="1800"/>
              <a:buChar char="•"/>
              <a:defRPr/>
            </a:lvl1pPr>
            <a:lvl2pPr marL="914400" lvl="1" indent="-342900" algn="l" rtl="0">
              <a:spcBef>
                <a:spcPts val="360"/>
              </a:spcBef>
              <a:spcAft>
                <a:spcPts val="0"/>
              </a:spcAft>
              <a:buClr>
                <a:schemeClr val="lt1"/>
              </a:buClr>
              <a:buSzPts val="1800"/>
              <a:buChar char="–"/>
              <a:defRPr/>
            </a:lvl2pPr>
            <a:lvl3pPr marL="1371600" lvl="2" indent="-342900" algn="l" rtl="0">
              <a:spcBef>
                <a:spcPts val="360"/>
              </a:spcBef>
              <a:spcAft>
                <a:spcPts val="0"/>
              </a:spcAft>
              <a:buClr>
                <a:schemeClr val="lt1"/>
              </a:buClr>
              <a:buSzPts val="1800"/>
              <a:buChar char="•"/>
              <a:defRPr/>
            </a:lvl3pPr>
            <a:lvl4pPr marL="1828800" lvl="3" indent="-342900" algn="l" rtl="0">
              <a:spcBef>
                <a:spcPts val="360"/>
              </a:spcBef>
              <a:spcAft>
                <a:spcPts val="0"/>
              </a:spcAft>
              <a:buClr>
                <a:schemeClr val="lt1"/>
              </a:buClr>
              <a:buSzPts val="1800"/>
              <a:buChar char="–"/>
              <a:defRPr/>
            </a:lvl4pPr>
            <a:lvl5pPr marL="2286000" lvl="4" indent="-342900" algn="l" rtl="0">
              <a:spcBef>
                <a:spcPts val="360"/>
              </a:spcBef>
              <a:spcAft>
                <a:spcPts val="0"/>
              </a:spcAft>
              <a:buClr>
                <a:schemeClr val="lt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rot="5400000">
            <a:off x="7285050" y="2115025"/>
            <a:ext cx="5851500" cy="2743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1" name="Google Shape;51;p12"/>
          <p:cNvSpPr txBox="1">
            <a:spLocks noGrp="1"/>
          </p:cNvSpPr>
          <p:nvPr>
            <p:ph type="body" idx="1"/>
          </p:nvPr>
        </p:nvSpPr>
        <p:spPr>
          <a:xfrm rot="5400000">
            <a:off x="1697000" y="-526625"/>
            <a:ext cx="5851500" cy="80265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lt1"/>
              </a:buClr>
              <a:buSzPts val="1800"/>
              <a:buChar char="•"/>
              <a:defRPr/>
            </a:lvl1pPr>
            <a:lvl2pPr marL="914400" lvl="1" indent="-342900" algn="l" rtl="0">
              <a:spcBef>
                <a:spcPts val="360"/>
              </a:spcBef>
              <a:spcAft>
                <a:spcPts val="0"/>
              </a:spcAft>
              <a:buClr>
                <a:schemeClr val="lt1"/>
              </a:buClr>
              <a:buSzPts val="1800"/>
              <a:buChar char="–"/>
              <a:defRPr/>
            </a:lvl2pPr>
            <a:lvl3pPr marL="1371600" lvl="2" indent="-342900" algn="l" rtl="0">
              <a:spcBef>
                <a:spcPts val="360"/>
              </a:spcBef>
              <a:spcAft>
                <a:spcPts val="0"/>
              </a:spcAft>
              <a:buClr>
                <a:schemeClr val="lt1"/>
              </a:buClr>
              <a:buSzPts val="1800"/>
              <a:buChar char="•"/>
              <a:defRPr/>
            </a:lvl3pPr>
            <a:lvl4pPr marL="1828800" lvl="3" indent="-342900" algn="l" rtl="0">
              <a:spcBef>
                <a:spcPts val="360"/>
              </a:spcBef>
              <a:spcAft>
                <a:spcPts val="0"/>
              </a:spcAft>
              <a:buClr>
                <a:schemeClr val="lt1"/>
              </a:buClr>
              <a:buSzPts val="1800"/>
              <a:buChar char="–"/>
              <a:defRPr/>
            </a:lvl4pPr>
            <a:lvl5pPr marL="2286000" lvl="4" indent="-342900" algn="l" rtl="0">
              <a:spcBef>
                <a:spcPts val="360"/>
              </a:spcBef>
              <a:spcAft>
                <a:spcPts val="0"/>
              </a:spcAft>
              <a:buClr>
                <a:schemeClr val="lt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2"/>
        <p:cNvGrpSpPr/>
        <p:nvPr/>
      </p:nvGrpSpPr>
      <p:grpSpPr>
        <a:xfrm>
          <a:off x="0" y="0"/>
          <a:ext cx="0" cy="0"/>
          <a:chOff x="0" y="0"/>
          <a:chExt cx="0" cy="0"/>
        </a:xfrm>
      </p:grpSpPr>
      <p:sp>
        <p:nvSpPr>
          <p:cNvPr id="53" name="Google Shape;53;p13"/>
          <p:cNvSpPr/>
          <p:nvPr/>
        </p:nvSpPr>
        <p:spPr>
          <a:xfrm>
            <a:off x="0" y="0"/>
            <a:ext cx="12192000" cy="6858000"/>
          </a:xfrm>
          <a:prstGeom prst="rect">
            <a:avLst/>
          </a:prstGeom>
          <a:solidFill>
            <a:srgbClr val="CC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54" name="Google Shape;54;p13"/>
          <p:cNvSpPr txBox="1"/>
          <p:nvPr/>
        </p:nvSpPr>
        <p:spPr>
          <a:xfrm>
            <a:off x="8301317" y="6428334"/>
            <a:ext cx="3275400" cy="3387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northeastern.edu/coe</a:t>
            </a:r>
            <a:endParaRPr/>
          </a:p>
        </p:txBody>
      </p:sp>
      <p:pic>
        <p:nvPicPr>
          <p:cNvPr id="55" name="Google Shape;55;p13"/>
          <p:cNvPicPr preferRelativeResize="0"/>
          <p:nvPr/>
        </p:nvPicPr>
        <p:blipFill rotWithShape="1">
          <a:blip r:embed="rId2">
            <a:alphaModFix/>
          </a:blip>
          <a:srcRect/>
          <a:stretch/>
        </p:blipFill>
        <p:spPr>
          <a:xfrm>
            <a:off x="11078377" y="6011187"/>
            <a:ext cx="676192" cy="676192"/>
          </a:xfrm>
          <a:prstGeom prst="rect">
            <a:avLst/>
          </a:prstGeom>
          <a:noFill/>
          <a:ln>
            <a:noFill/>
          </a:ln>
        </p:spPr>
      </p:pic>
      <p:pic>
        <p:nvPicPr>
          <p:cNvPr id="56" name="Google Shape;56;p13"/>
          <p:cNvPicPr preferRelativeResize="0"/>
          <p:nvPr/>
        </p:nvPicPr>
        <p:blipFill rotWithShape="1">
          <a:blip r:embed="rId3">
            <a:alphaModFix/>
          </a:blip>
          <a:srcRect/>
          <a:stretch/>
        </p:blipFill>
        <p:spPr>
          <a:xfrm>
            <a:off x="609600" y="2729460"/>
            <a:ext cx="8229602" cy="13990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57"/>
        <p:cNvGrpSpPr/>
        <p:nvPr/>
      </p:nvGrpSpPr>
      <p:grpSpPr>
        <a:xfrm>
          <a:off x="0" y="0"/>
          <a:ext cx="0" cy="0"/>
          <a:chOff x="0" y="0"/>
          <a:chExt cx="0" cy="0"/>
        </a:xfrm>
      </p:grpSpPr>
      <p:sp>
        <p:nvSpPr>
          <p:cNvPr id="58" name="Google Shape;58;p14"/>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9" name="Google Shape;59;p14"/>
          <p:cNvSpPr txBox="1">
            <a:spLocks noGrp="1"/>
          </p:cNvSpPr>
          <p:nvPr>
            <p:ph type="body" idx="1"/>
          </p:nvPr>
        </p:nvSpPr>
        <p:spPr>
          <a:xfrm>
            <a:off x="609600" y="1929270"/>
            <a:ext cx="10972800" cy="45261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lt1"/>
              </a:buClr>
              <a:buSzPts val="1800"/>
              <a:buChar char="•"/>
              <a:defRPr/>
            </a:lvl1pPr>
            <a:lvl2pPr marL="914400" lvl="1" indent="-342900" algn="l" rtl="0">
              <a:spcBef>
                <a:spcPts val="360"/>
              </a:spcBef>
              <a:spcAft>
                <a:spcPts val="0"/>
              </a:spcAft>
              <a:buClr>
                <a:schemeClr val="lt1"/>
              </a:buClr>
              <a:buSzPts val="1800"/>
              <a:buChar char="–"/>
              <a:defRPr/>
            </a:lvl2pPr>
            <a:lvl3pPr marL="1371600" lvl="2" indent="-342900" algn="l" rtl="0">
              <a:spcBef>
                <a:spcPts val="360"/>
              </a:spcBef>
              <a:spcAft>
                <a:spcPts val="0"/>
              </a:spcAft>
              <a:buClr>
                <a:schemeClr val="lt1"/>
              </a:buClr>
              <a:buSzPts val="1800"/>
              <a:buChar char="•"/>
              <a:defRPr/>
            </a:lvl3pPr>
            <a:lvl4pPr marL="1828800" lvl="3" indent="-342900" algn="l" rtl="0">
              <a:spcBef>
                <a:spcPts val="360"/>
              </a:spcBef>
              <a:spcAft>
                <a:spcPts val="0"/>
              </a:spcAft>
              <a:buClr>
                <a:schemeClr val="lt1"/>
              </a:buClr>
              <a:buSzPts val="1800"/>
              <a:buChar char="–"/>
              <a:defRPr/>
            </a:lvl4pPr>
            <a:lvl5pPr marL="2286000" lvl="4" indent="-342900" algn="l" rtl="0">
              <a:spcBef>
                <a:spcPts val="360"/>
              </a:spcBef>
              <a:spcAft>
                <a:spcPts val="0"/>
              </a:spcAft>
              <a:buClr>
                <a:schemeClr val="lt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60" name="Google Shape;60;p14"/>
          <p:cNvSpPr txBox="1">
            <a:spLocks noGrp="1"/>
          </p:cNvSpPr>
          <p:nvPr>
            <p:ph type="sldNum" idx="12"/>
          </p:nvPr>
        </p:nvSpPr>
        <p:spPr>
          <a:xfrm>
            <a:off x="8737600" y="6492876"/>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spcAft>
                <a:spcPts val="0"/>
              </a:spcAft>
              <a:buNone/>
              <a:defRPr>
                <a:solidFill>
                  <a:srgbClr val="888888"/>
                </a:solidFill>
              </a:defRPr>
            </a:lvl1pPr>
            <a:lvl2pPr marL="0" lvl="1" indent="0" algn="r" rtl="0">
              <a:spcBef>
                <a:spcPts val="0"/>
              </a:spcBef>
              <a:spcAft>
                <a:spcPts val="0"/>
              </a:spcAft>
              <a:buNone/>
              <a:defRPr>
                <a:solidFill>
                  <a:srgbClr val="888888"/>
                </a:solidFill>
              </a:defRPr>
            </a:lvl2pPr>
            <a:lvl3pPr marL="0" lvl="2" indent="0" algn="r" rtl="0">
              <a:spcBef>
                <a:spcPts val="0"/>
              </a:spcBef>
              <a:spcAft>
                <a:spcPts val="0"/>
              </a:spcAft>
              <a:buNone/>
              <a:defRPr>
                <a:solidFill>
                  <a:srgbClr val="888888"/>
                </a:solidFill>
              </a:defRPr>
            </a:lvl3pPr>
            <a:lvl4pPr marL="0" lvl="3" indent="0" algn="r" rtl="0">
              <a:spcBef>
                <a:spcPts val="0"/>
              </a:spcBef>
              <a:spcAft>
                <a:spcPts val="0"/>
              </a:spcAft>
              <a:buNone/>
              <a:defRPr>
                <a:solidFill>
                  <a:srgbClr val="888888"/>
                </a:solidFill>
              </a:defRPr>
            </a:lvl4pPr>
            <a:lvl5pPr marL="0" lvl="4" indent="0" algn="r" rtl="0">
              <a:spcBef>
                <a:spcPts val="0"/>
              </a:spcBef>
              <a:spcAft>
                <a:spcPts val="0"/>
              </a:spcAft>
              <a:buNone/>
              <a:defRPr>
                <a:solidFill>
                  <a:srgbClr val="888888"/>
                </a:solidFill>
              </a:defRPr>
            </a:lvl5pPr>
            <a:lvl6pPr marL="0" lvl="5" indent="0" algn="r" rtl="0">
              <a:spcBef>
                <a:spcPts val="0"/>
              </a:spcBef>
              <a:spcAft>
                <a:spcPts val="0"/>
              </a:spcAft>
              <a:buNone/>
              <a:defRPr>
                <a:solidFill>
                  <a:srgbClr val="888888"/>
                </a:solidFill>
              </a:defRPr>
            </a:lvl6pPr>
            <a:lvl7pPr marL="0" lvl="6" indent="0" algn="r" rtl="0">
              <a:spcBef>
                <a:spcPts val="0"/>
              </a:spcBef>
              <a:spcAft>
                <a:spcPts val="0"/>
              </a:spcAft>
              <a:buNone/>
              <a:defRPr>
                <a:solidFill>
                  <a:srgbClr val="888888"/>
                </a:solidFill>
              </a:defRPr>
            </a:lvl7pPr>
            <a:lvl8pPr marL="0" lvl="7" indent="0" algn="r" rtl="0">
              <a:spcBef>
                <a:spcPts val="0"/>
              </a:spcBef>
              <a:spcAft>
                <a:spcPts val="0"/>
              </a:spcAft>
              <a:buNone/>
              <a:defRPr>
                <a:solidFill>
                  <a:srgbClr val="888888"/>
                </a:solidFill>
              </a:defRPr>
            </a:lvl8pPr>
            <a:lvl9pPr marL="0" lvl="8" indent="0" algn="r" rtl="0">
              <a:spcBef>
                <a:spcPts val="0"/>
              </a:spcBef>
              <a:spcAft>
                <a:spcPts val="0"/>
              </a:spcAft>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POnTheFlyLayout">
  <p:cSld name="TPOnTheFlyLayou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3" name="Google Shape;63;p15"/>
          <p:cNvSpPr txBox="1">
            <a:spLocks noGrp="1"/>
          </p:cNvSpPr>
          <p:nvPr>
            <p:ph type="sldNum" idx="12"/>
          </p:nvPr>
        </p:nvSpPr>
        <p:spPr>
          <a:xfrm>
            <a:off x="8737600" y="6492876"/>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spcAft>
                <a:spcPts val="0"/>
              </a:spcAft>
              <a:buNone/>
              <a:defRPr>
                <a:solidFill>
                  <a:srgbClr val="888888"/>
                </a:solidFill>
              </a:defRPr>
            </a:lvl1pPr>
            <a:lvl2pPr marL="0" lvl="1" indent="0" algn="r" rtl="0">
              <a:spcBef>
                <a:spcPts val="0"/>
              </a:spcBef>
              <a:spcAft>
                <a:spcPts val="0"/>
              </a:spcAft>
              <a:buNone/>
              <a:defRPr>
                <a:solidFill>
                  <a:srgbClr val="888888"/>
                </a:solidFill>
              </a:defRPr>
            </a:lvl2pPr>
            <a:lvl3pPr marL="0" lvl="2" indent="0" algn="r" rtl="0">
              <a:spcBef>
                <a:spcPts val="0"/>
              </a:spcBef>
              <a:spcAft>
                <a:spcPts val="0"/>
              </a:spcAft>
              <a:buNone/>
              <a:defRPr>
                <a:solidFill>
                  <a:srgbClr val="888888"/>
                </a:solidFill>
              </a:defRPr>
            </a:lvl3pPr>
            <a:lvl4pPr marL="0" lvl="3" indent="0" algn="r" rtl="0">
              <a:spcBef>
                <a:spcPts val="0"/>
              </a:spcBef>
              <a:spcAft>
                <a:spcPts val="0"/>
              </a:spcAft>
              <a:buNone/>
              <a:defRPr>
                <a:solidFill>
                  <a:srgbClr val="888888"/>
                </a:solidFill>
              </a:defRPr>
            </a:lvl4pPr>
            <a:lvl5pPr marL="0" lvl="4" indent="0" algn="r" rtl="0">
              <a:spcBef>
                <a:spcPts val="0"/>
              </a:spcBef>
              <a:spcAft>
                <a:spcPts val="0"/>
              </a:spcAft>
              <a:buNone/>
              <a:defRPr>
                <a:solidFill>
                  <a:srgbClr val="888888"/>
                </a:solidFill>
              </a:defRPr>
            </a:lvl5pPr>
            <a:lvl6pPr marL="0" lvl="5" indent="0" algn="r" rtl="0">
              <a:spcBef>
                <a:spcPts val="0"/>
              </a:spcBef>
              <a:spcAft>
                <a:spcPts val="0"/>
              </a:spcAft>
              <a:buNone/>
              <a:defRPr>
                <a:solidFill>
                  <a:srgbClr val="888888"/>
                </a:solidFill>
              </a:defRPr>
            </a:lvl6pPr>
            <a:lvl7pPr marL="0" lvl="6" indent="0" algn="r" rtl="0">
              <a:spcBef>
                <a:spcPts val="0"/>
              </a:spcBef>
              <a:spcAft>
                <a:spcPts val="0"/>
              </a:spcAft>
              <a:buNone/>
              <a:defRPr>
                <a:solidFill>
                  <a:srgbClr val="888888"/>
                </a:solidFill>
              </a:defRPr>
            </a:lvl7pPr>
            <a:lvl8pPr marL="0" lvl="7" indent="0" algn="r" rtl="0">
              <a:spcBef>
                <a:spcPts val="0"/>
              </a:spcBef>
              <a:spcAft>
                <a:spcPts val="0"/>
              </a:spcAft>
              <a:buNone/>
              <a:defRPr>
                <a:solidFill>
                  <a:srgbClr val="888888"/>
                </a:solidFill>
              </a:defRPr>
            </a:lvl8pPr>
            <a:lvl9pPr marL="0" lvl="8" indent="0" algn="r" rtl="0">
              <a:spcBef>
                <a:spcPts val="0"/>
              </a:spcBef>
              <a:spcAft>
                <a:spcPts val="0"/>
              </a:spcAft>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pic>
        <p:nvPicPr>
          <p:cNvPr id="64" name="Google Shape;64;p15"/>
          <p:cNvPicPr preferRelativeResize="0"/>
          <p:nvPr/>
        </p:nvPicPr>
        <p:blipFill rotWithShape="1">
          <a:blip r:embed="rId2">
            <a:alphaModFix/>
          </a:blip>
          <a:srcRect/>
          <a:stretch/>
        </p:blipFill>
        <p:spPr>
          <a:xfrm>
            <a:off x="8466667" y="1600200"/>
            <a:ext cx="2540100" cy="25401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71000">
              <a:srgbClr val="C12030"/>
            </a:gs>
            <a:gs pos="100000">
              <a:srgbClr val="C12030"/>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p:nvPr/>
        </p:nvSpPr>
        <p:spPr>
          <a:xfrm>
            <a:off x="-11343" y="556083"/>
            <a:ext cx="12203400" cy="6301800"/>
          </a:xfrm>
          <a:prstGeom prst="rect">
            <a:avLst/>
          </a:prstGeom>
          <a:solidFill>
            <a:schemeClr val="dk1"/>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1" name="Google Shape;11;p1"/>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000" b="1" i="0" u="none" strike="noStrike" cap="none">
                <a:solidFill>
                  <a:srgbClr val="FF0000"/>
                </a:solidFill>
                <a:latin typeface="Arial Rounded"/>
                <a:ea typeface="Arial Rounded"/>
                <a:cs typeface="Arial Rounded"/>
                <a:sym typeface="Arial Rounded"/>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body" idx="1"/>
          </p:nvPr>
        </p:nvSpPr>
        <p:spPr>
          <a:xfrm>
            <a:off x="609600" y="1929270"/>
            <a:ext cx="10972800" cy="45261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lt1"/>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spcBef>
                <a:spcPts val="56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13" name="Google Shape;13;p1"/>
          <p:cNvPicPr preferRelativeResize="0"/>
          <p:nvPr/>
        </p:nvPicPr>
        <p:blipFill rotWithShape="1">
          <a:blip r:embed="rId16">
            <a:alphaModFix/>
          </a:blip>
          <a:srcRect l="15909" t="18140"/>
          <a:stretch/>
        </p:blipFill>
        <p:spPr>
          <a:xfrm>
            <a:off x="7960329" y="0"/>
            <a:ext cx="4145280" cy="514530"/>
          </a:xfrm>
          <a:prstGeom prst="rect">
            <a:avLst/>
          </a:prstGeom>
          <a:noFill/>
          <a:ln>
            <a:noFill/>
          </a:ln>
        </p:spPr>
      </p:pic>
      <p:sp>
        <p:nvSpPr>
          <p:cNvPr id="14" name="Google Shape;14;p1"/>
          <p:cNvSpPr txBox="1">
            <a:spLocks noGrp="1"/>
          </p:cNvSpPr>
          <p:nvPr>
            <p:ph type="sldNum" idx="12"/>
          </p:nvPr>
        </p:nvSpPr>
        <p:spPr>
          <a:xfrm>
            <a:off x="8737600" y="6492876"/>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a:solidFill>
                  <a:srgbClr val="888888"/>
                </a:solidFill>
                <a:latin typeface="Calibri"/>
                <a:ea typeface="Calibri"/>
                <a:cs typeface="Calibri"/>
                <a:sym typeface="Calibri"/>
              </a:defRPr>
            </a:lvl1pPr>
            <a:lvl2pPr marL="0" marR="0" lvl="1" indent="0" algn="r" rtl="0">
              <a:spcBef>
                <a:spcPts val="0"/>
              </a:spcBef>
              <a:spcAft>
                <a:spcPts val="0"/>
              </a:spcAft>
              <a:buNone/>
              <a:defRPr sz="1200">
                <a:solidFill>
                  <a:srgbClr val="888888"/>
                </a:solidFill>
                <a:latin typeface="Calibri"/>
                <a:ea typeface="Calibri"/>
                <a:cs typeface="Calibri"/>
                <a:sym typeface="Calibri"/>
              </a:defRPr>
            </a:lvl2pPr>
            <a:lvl3pPr marL="0" marR="0" lvl="2" indent="0" algn="r" rtl="0">
              <a:spcBef>
                <a:spcPts val="0"/>
              </a:spcBef>
              <a:spcAft>
                <a:spcPts val="0"/>
              </a:spcAft>
              <a:buNone/>
              <a:defRPr sz="1200">
                <a:solidFill>
                  <a:srgbClr val="888888"/>
                </a:solidFill>
                <a:latin typeface="Calibri"/>
                <a:ea typeface="Calibri"/>
                <a:cs typeface="Calibri"/>
                <a:sym typeface="Calibri"/>
              </a:defRPr>
            </a:lvl3pPr>
            <a:lvl4pPr marL="0" marR="0" lvl="3" indent="0" algn="r" rtl="0">
              <a:spcBef>
                <a:spcPts val="0"/>
              </a:spcBef>
              <a:spcAft>
                <a:spcPts val="0"/>
              </a:spcAft>
              <a:buNone/>
              <a:defRPr sz="1200">
                <a:solidFill>
                  <a:srgbClr val="888888"/>
                </a:solidFill>
                <a:latin typeface="Calibri"/>
                <a:ea typeface="Calibri"/>
                <a:cs typeface="Calibri"/>
                <a:sym typeface="Calibri"/>
              </a:defRPr>
            </a:lvl4pPr>
            <a:lvl5pPr marL="0" marR="0" lvl="4" indent="0" algn="r" rtl="0">
              <a:spcBef>
                <a:spcPts val="0"/>
              </a:spcBef>
              <a:spcAft>
                <a:spcPts val="0"/>
              </a:spcAft>
              <a:buNone/>
              <a:defRPr sz="1200">
                <a:solidFill>
                  <a:srgbClr val="888888"/>
                </a:solidFill>
                <a:latin typeface="Calibri"/>
                <a:ea typeface="Calibri"/>
                <a:cs typeface="Calibri"/>
                <a:sym typeface="Calibri"/>
              </a:defRPr>
            </a:lvl5pPr>
            <a:lvl6pPr marL="0" marR="0" lvl="5" indent="0" algn="r" rtl="0">
              <a:spcBef>
                <a:spcPts val="0"/>
              </a:spcBef>
              <a:spcAft>
                <a:spcPts val="0"/>
              </a:spcAft>
              <a:buNone/>
              <a:defRPr sz="1200">
                <a:solidFill>
                  <a:srgbClr val="888888"/>
                </a:solidFill>
                <a:latin typeface="Calibri"/>
                <a:ea typeface="Calibri"/>
                <a:cs typeface="Calibri"/>
                <a:sym typeface="Calibri"/>
              </a:defRPr>
            </a:lvl6pPr>
            <a:lvl7pPr marL="0" marR="0" lvl="6" indent="0" algn="r" rtl="0">
              <a:spcBef>
                <a:spcPts val="0"/>
              </a:spcBef>
              <a:spcAft>
                <a:spcPts val="0"/>
              </a:spcAft>
              <a:buNone/>
              <a:defRPr sz="1200">
                <a:solidFill>
                  <a:srgbClr val="888888"/>
                </a:solidFill>
                <a:latin typeface="Calibri"/>
                <a:ea typeface="Calibri"/>
                <a:cs typeface="Calibri"/>
                <a:sym typeface="Calibri"/>
              </a:defRPr>
            </a:lvl7pPr>
            <a:lvl8pPr marL="0" marR="0" lvl="7" indent="0" algn="r" rtl="0">
              <a:spcBef>
                <a:spcPts val="0"/>
              </a:spcBef>
              <a:spcAft>
                <a:spcPts val="0"/>
              </a:spcAft>
              <a:buNone/>
              <a:defRPr sz="1200">
                <a:solidFill>
                  <a:srgbClr val="888888"/>
                </a:solidFill>
                <a:latin typeface="Calibri"/>
                <a:ea typeface="Calibri"/>
                <a:cs typeface="Calibri"/>
                <a:sym typeface="Calibri"/>
              </a:defRPr>
            </a:lvl8pPr>
            <a:lvl9pPr marL="0" marR="0" lvl="8" indent="0" algn="r" rtl="0">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www.draw.io/#G1Sl5wNyeKdkoG765Dt_J26AlRZZpnDmAR"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draw.io/#G1K4AqtafaXC5umxieKXaAymKgai3vwEvL"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dcrossblood.org/"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www.oneblood.org/about-donating/target-your-typ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ctrTitle"/>
          </p:nvPr>
        </p:nvSpPr>
        <p:spPr>
          <a:xfrm>
            <a:off x="1981200" y="879824"/>
            <a:ext cx="8229600" cy="2122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Helvetica Neue"/>
              <a:buNone/>
            </a:pPr>
            <a:r>
              <a:rPr lang="en-US" dirty="0">
                <a:solidFill>
                  <a:srgbClr val="D9D9D9"/>
                </a:solidFill>
                <a:latin typeface="Calibri"/>
                <a:ea typeface="Calibri"/>
                <a:cs typeface="Calibri"/>
                <a:sym typeface="Calibri"/>
              </a:rPr>
              <a:t>Blood Safety and Availability</a:t>
            </a:r>
            <a:br>
              <a:rPr lang="en-US" dirty="0">
                <a:solidFill>
                  <a:srgbClr val="D9D9D9"/>
                </a:solidFill>
                <a:latin typeface="Calibri"/>
                <a:ea typeface="Calibri"/>
                <a:cs typeface="Calibri"/>
                <a:sym typeface="Calibri"/>
              </a:rPr>
            </a:br>
            <a:r>
              <a:rPr lang="en-US" dirty="0">
                <a:solidFill>
                  <a:srgbClr val="D9D9D9"/>
                </a:solidFill>
                <a:latin typeface="Calibri"/>
                <a:ea typeface="Calibri"/>
                <a:cs typeface="Calibri"/>
                <a:sym typeface="Calibri"/>
              </a:rPr>
              <a:t>Application</a:t>
            </a:r>
            <a:endParaRPr dirty="0">
              <a:solidFill>
                <a:srgbClr val="D9D9D9"/>
              </a:solidFill>
              <a:latin typeface="Calibri"/>
              <a:ea typeface="Calibri"/>
              <a:cs typeface="Calibri"/>
              <a:sym typeface="Calibri"/>
            </a:endParaRPr>
          </a:p>
        </p:txBody>
      </p:sp>
      <p:sp>
        <p:nvSpPr>
          <p:cNvPr id="71" name="Google Shape;71;p16"/>
          <p:cNvSpPr txBox="1">
            <a:spLocks noGrp="1"/>
          </p:cNvSpPr>
          <p:nvPr>
            <p:ph type="subTitle" idx="1"/>
          </p:nvPr>
        </p:nvSpPr>
        <p:spPr>
          <a:xfrm>
            <a:off x="411116" y="4284400"/>
            <a:ext cx="3763200" cy="2361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615445"/>
              </a:buClr>
              <a:buSzPts val="1860"/>
              <a:buNone/>
            </a:pPr>
            <a:br>
              <a:rPr lang="en-US" sz="1800" b="1" dirty="0">
                <a:solidFill>
                  <a:srgbClr val="D9D9D9"/>
                </a:solidFill>
              </a:rPr>
            </a:br>
            <a:r>
              <a:rPr lang="en-US" sz="1800" b="1" dirty="0">
                <a:solidFill>
                  <a:srgbClr val="D9D9D9"/>
                </a:solidFill>
              </a:rPr>
              <a:t>GROUP : Stuck Overflow</a:t>
            </a:r>
          </a:p>
          <a:p>
            <a:pPr marL="0" lvl="0" indent="0" algn="l" rtl="0">
              <a:lnSpc>
                <a:spcPct val="100000"/>
              </a:lnSpc>
              <a:spcBef>
                <a:spcPts val="0"/>
              </a:spcBef>
              <a:spcAft>
                <a:spcPts val="0"/>
              </a:spcAft>
              <a:buClr>
                <a:srgbClr val="615445"/>
              </a:buClr>
              <a:buSzPts val="1860"/>
              <a:buNone/>
            </a:pPr>
            <a:br>
              <a:rPr lang="en-US" sz="1800" b="1" dirty="0">
                <a:solidFill>
                  <a:srgbClr val="D9D9D9"/>
                </a:solidFill>
              </a:rPr>
            </a:br>
            <a:r>
              <a:rPr lang="en-US" sz="1800" b="1" dirty="0" err="1">
                <a:solidFill>
                  <a:srgbClr val="D9D9D9"/>
                </a:solidFill>
              </a:rPr>
              <a:t>Snehal</a:t>
            </a:r>
            <a:r>
              <a:rPr lang="en-US" sz="1800" b="1" dirty="0">
                <a:solidFill>
                  <a:srgbClr val="D9D9D9"/>
                </a:solidFill>
              </a:rPr>
              <a:t> Patel	- 001021675</a:t>
            </a:r>
            <a:br>
              <a:rPr lang="en-US" sz="1800" b="1" dirty="0">
                <a:solidFill>
                  <a:srgbClr val="D9D9D9"/>
                </a:solidFill>
              </a:rPr>
            </a:br>
            <a:r>
              <a:rPr lang="en-US" sz="1800" b="1" dirty="0">
                <a:solidFill>
                  <a:srgbClr val="D9D9D9"/>
                </a:solidFill>
              </a:rPr>
              <a:t>Marisa Thomas 	- 001020479</a:t>
            </a:r>
          </a:p>
          <a:p>
            <a:pPr marL="0" lvl="0" indent="0" algn="l">
              <a:spcBef>
                <a:spcPts val="0"/>
              </a:spcBef>
              <a:buClr>
                <a:srgbClr val="615445"/>
              </a:buClr>
              <a:buSzPts val="1860"/>
            </a:pPr>
            <a:r>
              <a:rPr lang="en-US" sz="1800" b="1" dirty="0" err="1">
                <a:solidFill>
                  <a:srgbClr val="D9D9D9"/>
                </a:solidFill>
              </a:rPr>
              <a:t>Shravani</a:t>
            </a:r>
            <a:r>
              <a:rPr lang="en-US" sz="1800" b="1" dirty="0">
                <a:solidFill>
                  <a:srgbClr val="D9D9D9"/>
                </a:solidFill>
              </a:rPr>
              <a:t> </a:t>
            </a:r>
            <a:r>
              <a:rPr lang="en-US" sz="1800" b="1" dirty="0" err="1">
                <a:solidFill>
                  <a:srgbClr val="D9D9D9"/>
                </a:solidFill>
              </a:rPr>
              <a:t>Vaze</a:t>
            </a:r>
            <a:r>
              <a:rPr lang="en-US" sz="1800" b="1" dirty="0">
                <a:solidFill>
                  <a:srgbClr val="D9D9D9"/>
                </a:solidFill>
              </a:rPr>
              <a:t>	- 001375943</a:t>
            </a:r>
            <a:endParaRPr sz="1800" b="1" dirty="0">
              <a:solidFill>
                <a:srgbClr val="D9D9D9"/>
              </a:solidFill>
            </a:endParaRPr>
          </a:p>
          <a:p>
            <a:pPr marL="0" lvl="0" indent="0" algn="ctr" rtl="0">
              <a:lnSpc>
                <a:spcPct val="80000"/>
              </a:lnSpc>
              <a:spcBef>
                <a:spcPts val="0"/>
              </a:spcBef>
              <a:spcAft>
                <a:spcPts val="0"/>
              </a:spcAft>
              <a:buClr>
                <a:srgbClr val="615445"/>
              </a:buClr>
              <a:buSzPts val="1860"/>
              <a:buNone/>
            </a:pPr>
            <a:endParaRPr sz="1800" b="1" dirty="0"/>
          </a:p>
          <a:p>
            <a:pPr marL="0" lvl="0" indent="0" algn="ctr" rtl="0">
              <a:lnSpc>
                <a:spcPct val="80000"/>
              </a:lnSpc>
              <a:spcBef>
                <a:spcPts val="0"/>
              </a:spcBef>
              <a:spcAft>
                <a:spcPts val="0"/>
              </a:spcAft>
              <a:buClr>
                <a:srgbClr val="615445"/>
              </a:buClr>
              <a:buSzPts val="1860"/>
              <a:buNone/>
            </a:pPr>
            <a:endParaRPr sz="1800" b="1" dirty="0"/>
          </a:p>
          <a:p>
            <a:pPr marL="0" lvl="0" indent="0" algn="l" rtl="0">
              <a:lnSpc>
                <a:spcPct val="80000"/>
              </a:lnSpc>
              <a:spcBef>
                <a:spcPts val="372"/>
              </a:spcBef>
              <a:spcAft>
                <a:spcPts val="0"/>
              </a:spcAft>
              <a:buClr>
                <a:srgbClr val="615445"/>
              </a:buClr>
              <a:buSzPts val="1860"/>
              <a:buNone/>
            </a:pPr>
            <a:endParaRPr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US" dirty="0">
                <a:solidFill>
                  <a:srgbClr val="D9D9D9"/>
                </a:solidFill>
              </a:rPr>
              <a:t>Objective</a:t>
            </a:r>
            <a:endParaRPr dirty="0">
              <a:solidFill>
                <a:srgbClr val="D9D9D9"/>
              </a:solidFill>
            </a:endParaRPr>
          </a:p>
        </p:txBody>
      </p:sp>
      <p:sp>
        <p:nvSpPr>
          <p:cNvPr id="78" name="Google Shape;78;p17"/>
          <p:cNvSpPr txBox="1">
            <a:spLocks noGrp="1"/>
          </p:cNvSpPr>
          <p:nvPr>
            <p:ph type="ftr" idx="11"/>
          </p:nvPr>
        </p:nvSpPr>
        <p:spPr>
          <a:xfrm>
            <a:off x="1083182" y="6273757"/>
            <a:ext cx="10499100" cy="30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100"/>
              <a:buNone/>
            </a:pPr>
            <a:r>
              <a:rPr lang="en-US">
                <a:latin typeface="Helvetica Neue"/>
                <a:ea typeface="Helvetica Neue"/>
                <a:cs typeface="Helvetica Neue"/>
                <a:sym typeface="Helvetica Neue"/>
              </a:rPr>
              <a:t>The Primitives Library &gt; Motivation</a:t>
            </a:r>
            <a:endParaRPr/>
          </a:p>
        </p:txBody>
      </p:sp>
      <p:sp>
        <p:nvSpPr>
          <p:cNvPr id="79" name="Google Shape;79;p17"/>
          <p:cNvSpPr txBox="1">
            <a:spLocks noGrp="1"/>
          </p:cNvSpPr>
          <p:nvPr>
            <p:ph type="sldNum" idx="4294967295"/>
          </p:nvPr>
        </p:nvSpPr>
        <p:spPr>
          <a:xfrm>
            <a:off x="10126380" y="6630561"/>
            <a:ext cx="1455900" cy="2268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solidFill>
                  <a:srgbClr val="898989"/>
                </a:solidFill>
              </a:rPr>
              <a:t>2</a:t>
            </a:fld>
            <a:endParaRPr>
              <a:solidFill>
                <a:srgbClr val="898989"/>
              </a:solidFill>
            </a:endParaRPr>
          </a:p>
        </p:txBody>
      </p:sp>
      <p:sp>
        <p:nvSpPr>
          <p:cNvPr id="80" name="Google Shape;80;p17"/>
          <p:cNvSpPr txBox="1">
            <a:spLocks noGrp="1"/>
          </p:cNvSpPr>
          <p:nvPr>
            <p:ph type="body" idx="1"/>
          </p:nvPr>
        </p:nvSpPr>
        <p:spPr>
          <a:xfrm>
            <a:off x="609600" y="1600200"/>
            <a:ext cx="11019600" cy="45261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noAutofit/>
          </a:bodyPr>
          <a:lstStyle/>
          <a:p>
            <a:endParaRPr lang="en-US" dirty="0"/>
          </a:p>
          <a:p>
            <a:pPr marL="50800" indent="0">
              <a:buNone/>
            </a:pPr>
            <a:endParaRPr lang="en-US" dirty="0"/>
          </a:p>
          <a:p>
            <a:pPr marL="50800" indent="0">
              <a:buNone/>
            </a:pPr>
            <a:r>
              <a:rPr lang="en-US" dirty="0"/>
              <a:t>To design, develop and implement a blood safety and availability system, which will enable real time access to availability of blood bags at state - level and proper accounting of blood donors, thus ensuring fast, safe and secure blood transfusion services.</a:t>
            </a:r>
          </a:p>
          <a:p>
            <a:pPr marL="0" lvl="0" indent="0" algn="l" rtl="0">
              <a:spcBef>
                <a:spcPts val="0"/>
              </a:spcBef>
              <a:spcAft>
                <a:spcPts val="0"/>
              </a:spcAft>
              <a:buSzPts val="2800"/>
              <a:buNone/>
            </a:pPr>
            <a:r>
              <a:rPr lang="en-US" dirty="0"/>
              <a:t> </a:t>
            </a:r>
            <a:endParaRPr dirty="0"/>
          </a:p>
          <a:p>
            <a:pPr marL="342900" lvl="0" indent="-165100" algn="l" rtl="0">
              <a:spcBef>
                <a:spcPts val="56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US" dirty="0">
                <a:solidFill>
                  <a:srgbClr val="D9D9D9"/>
                </a:solidFill>
              </a:rPr>
              <a:t> Problem Statement</a:t>
            </a:r>
            <a:endParaRPr dirty="0">
              <a:solidFill>
                <a:srgbClr val="D9D9D9"/>
              </a:solidFill>
            </a:endParaRPr>
          </a:p>
        </p:txBody>
      </p:sp>
      <p:sp>
        <p:nvSpPr>
          <p:cNvPr id="87" name="Google Shape;87;p18"/>
          <p:cNvSpPr txBox="1">
            <a:spLocks noGrp="1"/>
          </p:cNvSpPr>
          <p:nvPr>
            <p:ph type="ftr" idx="11"/>
          </p:nvPr>
        </p:nvSpPr>
        <p:spPr>
          <a:xfrm>
            <a:off x="1083182" y="6273757"/>
            <a:ext cx="10499100" cy="30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100"/>
              <a:buNone/>
            </a:pPr>
            <a:r>
              <a:rPr lang="en-US">
                <a:latin typeface="Helvetica Neue"/>
                <a:ea typeface="Helvetica Neue"/>
                <a:cs typeface="Helvetica Neue"/>
                <a:sym typeface="Helvetica Neue"/>
              </a:rPr>
              <a:t>The Primitives Library &gt; Motivation</a:t>
            </a:r>
            <a:endParaRPr/>
          </a:p>
        </p:txBody>
      </p:sp>
      <p:sp>
        <p:nvSpPr>
          <p:cNvPr id="88" name="Google Shape;88;p18"/>
          <p:cNvSpPr txBox="1">
            <a:spLocks noGrp="1"/>
          </p:cNvSpPr>
          <p:nvPr>
            <p:ph type="sldNum" idx="4294967295"/>
          </p:nvPr>
        </p:nvSpPr>
        <p:spPr>
          <a:xfrm>
            <a:off x="10126380" y="6630561"/>
            <a:ext cx="1455900" cy="2268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solidFill>
                  <a:srgbClr val="898989"/>
                </a:solidFill>
              </a:rPr>
              <a:t>3</a:t>
            </a:fld>
            <a:endParaRPr>
              <a:solidFill>
                <a:srgbClr val="898989"/>
              </a:solidFill>
            </a:endParaRPr>
          </a:p>
        </p:txBody>
      </p:sp>
      <p:sp>
        <p:nvSpPr>
          <p:cNvPr id="89" name="Google Shape;89;p18"/>
          <p:cNvSpPr txBox="1">
            <a:spLocks noGrp="1"/>
          </p:cNvSpPr>
          <p:nvPr>
            <p:ph type="body" idx="1"/>
          </p:nvPr>
        </p:nvSpPr>
        <p:spPr>
          <a:xfrm>
            <a:off x="609600" y="1600199"/>
            <a:ext cx="11019600" cy="4977157"/>
          </a:xfrm>
          <a:prstGeom prst="rect">
            <a:avLst/>
          </a:prstGeom>
          <a:noFill/>
          <a:ln>
            <a:noFill/>
          </a:ln>
        </p:spPr>
        <p:txBody>
          <a:bodyPr spcFirstLastPara="1" wrap="square" lIns="91425" tIns="45700" rIns="91425" bIns="45700" anchor="t" anchorCtr="0">
            <a:noAutofit/>
          </a:bodyPr>
          <a:lstStyle/>
          <a:p>
            <a:endParaRPr lang="en-US" sz="2400" dirty="0"/>
          </a:p>
          <a:p>
            <a:pPr>
              <a:buFont typeface="Wingdings" panose="05000000000000000000" pitchFamily="2" charset="2"/>
              <a:buChar char="§"/>
            </a:pPr>
            <a:endParaRPr lang="en-US" dirty="0"/>
          </a:p>
          <a:p>
            <a:pPr>
              <a:buFont typeface="Wingdings" panose="05000000000000000000" pitchFamily="2" charset="2"/>
              <a:buChar char="§"/>
            </a:pPr>
            <a:r>
              <a:rPr lang="en-US" dirty="0"/>
              <a:t>The general case scenario in hospitals today is that , if a patient requires a particular type of blood , which is not available in that hospital, then they end up requesting friends and family members in order to  search for a match.</a:t>
            </a:r>
          </a:p>
          <a:p>
            <a:pPr>
              <a:buFont typeface="Wingdings" panose="05000000000000000000" pitchFamily="2" charset="2"/>
              <a:buChar char="§"/>
            </a:pPr>
            <a:endParaRPr lang="en-US" dirty="0"/>
          </a:p>
          <a:p>
            <a:pPr>
              <a:buFont typeface="Wingdings" panose="05000000000000000000" pitchFamily="2" charset="2"/>
              <a:buChar char="§"/>
            </a:pPr>
            <a:r>
              <a:rPr lang="en-US" dirty="0"/>
              <a:t>This is very time consuming and risky in case of a life and death situation. </a:t>
            </a:r>
          </a:p>
          <a:p>
            <a:pPr>
              <a:buFont typeface="Wingdings" panose="05000000000000000000" pitchFamily="2" charset="2"/>
              <a:buChar char="§"/>
            </a:pPr>
            <a:endParaRPr lang="en-US" sz="2400" dirty="0"/>
          </a:p>
          <a:p>
            <a:pPr marL="342900" lvl="0" indent="0" algn="l" rtl="0">
              <a:spcBef>
                <a:spcPts val="0"/>
              </a:spcBef>
              <a:spcAft>
                <a:spcPts val="0"/>
              </a:spcAft>
              <a:buNone/>
            </a:pPr>
            <a:endParaRPr dirty="0"/>
          </a:p>
          <a:p>
            <a:pPr marL="342900" lvl="0" indent="0" algn="l" rtl="0">
              <a:spcBef>
                <a:spcPts val="0"/>
              </a:spcBef>
              <a:spcAft>
                <a:spcPts val="0"/>
              </a:spcAft>
              <a:buNone/>
            </a:pPr>
            <a:endParaRPr b="1" dirty="0"/>
          </a:p>
          <a:p>
            <a:pPr marL="342900" lvl="0" indent="-342900" algn="l" rtl="0">
              <a:spcBef>
                <a:spcPts val="560"/>
              </a:spcBef>
              <a:spcAft>
                <a:spcPts val="0"/>
              </a:spcAft>
              <a:buClr>
                <a:schemeClr val="dk1"/>
              </a:buClr>
              <a:buSzPts val="2800"/>
              <a:buChar char="•"/>
            </a:pPr>
            <a:endParaRPr dirty="0"/>
          </a:p>
          <a:p>
            <a:pPr marL="342900" lvl="0" indent="-165100" algn="l" rtl="0">
              <a:spcBef>
                <a:spcPts val="56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609600" y="633869"/>
            <a:ext cx="10972800" cy="1143000"/>
          </a:xfrm>
          <a:prstGeom prst="rect">
            <a:avLst/>
          </a:prstGeom>
        </p:spPr>
        <p:txBody>
          <a:bodyPr spcFirstLastPara="1" wrap="square" lIns="91425" tIns="45700" rIns="91425" bIns="45700" anchor="ctr" anchorCtr="0">
            <a:noAutofit/>
          </a:bodyPr>
          <a:lstStyle/>
          <a:p>
            <a:pPr lvl="0"/>
            <a:r>
              <a:rPr lang="en-US" dirty="0">
                <a:solidFill>
                  <a:srgbClr val="D9D9D9"/>
                </a:solidFill>
              </a:rPr>
              <a:t>Solution</a:t>
            </a:r>
            <a:endParaRPr dirty="0">
              <a:solidFill>
                <a:srgbClr val="D9D9D9"/>
              </a:solidFill>
            </a:endParaRPr>
          </a:p>
        </p:txBody>
      </p:sp>
      <p:sp>
        <p:nvSpPr>
          <p:cNvPr id="141" name="Google Shape;141;p24"/>
          <p:cNvSpPr txBox="1">
            <a:spLocks noGrp="1"/>
          </p:cNvSpPr>
          <p:nvPr>
            <p:ph type="body" idx="1"/>
          </p:nvPr>
        </p:nvSpPr>
        <p:spPr>
          <a:xfrm>
            <a:off x="609600" y="1600200"/>
            <a:ext cx="10785300" cy="4526100"/>
          </a:xfrm>
          <a:prstGeom prst="rect">
            <a:avLst/>
          </a:prstGeom>
        </p:spPr>
        <p:txBody>
          <a:bodyPr spcFirstLastPara="1" wrap="square" lIns="91425" tIns="45700" rIns="91425" bIns="45700" anchor="t" anchorCtr="0">
            <a:noAutofit/>
          </a:bodyPr>
          <a:lstStyle/>
          <a:p>
            <a:endParaRPr lang="en-US" dirty="0"/>
          </a:p>
          <a:p>
            <a:pPr>
              <a:buFont typeface="Wingdings" panose="05000000000000000000" pitchFamily="2" charset="2"/>
              <a:buChar char="§"/>
            </a:pPr>
            <a:r>
              <a:rPr lang="en-US" sz="2400" dirty="0"/>
              <a:t>A one stop application that keeps track of blood bags availability and donors across the state. </a:t>
            </a:r>
          </a:p>
          <a:p>
            <a:pPr>
              <a:buFont typeface="Wingdings" panose="05000000000000000000" pitchFamily="2" charset="2"/>
              <a:buChar char="§"/>
            </a:pPr>
            <a:endParaRPr lang="en-US" sz="2400" dirty="0"/>
          </a:p>
          <a:p>
            <a:pPr>
              <a:buFont typeface="Wingdings" panose="05000000000000000000" pitchFamily="2" charset="2"/>
              <a:buChar char="§"/>
            </a:pPr>
            <a:r>
              <a:rPr lang="en-US" sz="2400" dirty="0"/>
              <a:t>This will help avoid shortage of a particular blood type and the blood donor’s registration will ensure that blood transfusion services will be safe and secure. </a:t>
            </a:r>
          </a:p>
          <a:p>
            <a:pPr>
              <a:buFont typeface="Wingdings" panose="05000000000000000000" pitchFamily="2" charset="2"/>
              <a:buChar char="§"/>
            </a:pPr>
            <a:endParaRPr lang="en-US" sz="2400" dirty="0"/>
          </a:p>
          <a:p>
            <a:pPr>
              <a:buFont typeface="Wingdings" panose="05000000000000000000" pitchFamily="2" charset="2"/>
              <a:buChar char="§"/>
            </a:pPr>
            <a:r>
              <a:rPr lang="en-US" sz="2400" dirty="0"/>
              <a:t>Such an application will benefit doctors, nurses and patients ensuring a more efficient health care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609600" y="633869"/>
            <a:ext cx="10972800" cy="1143000"/>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US" dirty="0">
                <a:solidFill>
                  <a:srgbClr val="D9D9D9"/>
                </a:solidFill>
              </a:rPr>
              <a:t>Eco-System Architecture Diagram</a:t>
            </a:r>
            <a:endParaRPr dirty="0">
              <a:solidFill>
                <a:srgbClr val="D9D9D9"/>
              </a:solidFill>
            </a:endParaRPr>
          </a:p>
        </p:txBody>
      </p:sp>
      <p:sp>
        <p:nvSpPr>
          <p:cNvPr id="148" name="Google Shape;148;p25"/>
          <p:cNvSpPr txBox="1">
            <a:spLocks noGrp="1"/>
          </p:cNvSpPr>
          <p:nvPr>
            <p:ph type="ftr" idx="11"/>
          </p:nvPr>
        </p:nvSpPr>
        <p:spPr>
          <a:xfrm>
            <a:off x="1083182" y="6273757"/>
            <a:ext cx="10499100" cy="303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100"/>
              <a:buNone/>
            </a:pPr>
            <a:r>
              <a:rPr lang="en-US">
                <a:latin typeface="Helvetica Neue"/>
                <a:ea typeface="Helvetica Neue"/>
                <a:cs typeface="Helvetica Neue"/>
                <a:sym typeface="Helvetica Neue"/>
              </a:rPr>
              <a:t>The Primitives Library &gt; Motivation</a:t>
            </a:r>
            <a:endParaRPr/>
          </a:p>
        </p:txBody>
      </p:sp>
      <p:sp>
        <p:nvSpPr>
          <p:cNvPr id="149" name="Google Shape;149;p25"/>
          <p:cNvSpPr txBox="1">
            <a:spLocks noGrp="1"/>
          </p:cNvSpPr>
          <p:nvPr>
            <p:ph type="sldNum" idx="4294967295"/>
          </p:nvPr>
        </p:nvSpPr>
        <p:spPr>
          <a:xfrm>
            <a:off x="10126380" y="6630561"/>
            <a:ext cx="1455900" cy="2268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solidFill>
                  <a:srgbClr val="898989"/>
                </a:solidFill>
              </a:rPr>
              <a:t>5</a:t>
            </a:fld>
            <a:endParaRPr>
              <a:solidFill>
                <a:srgbClr val="898989"/>
              </a:solidFill>
            </a:endParaRPr>
          </a:p>
        </p:txBody>
      </p:sp>
      <p:sp>
        <p:nvSpPr>
          <p:cNvPr id="150" name="Google Shape;150;p25"/>
          <p:cNvSpPr txBox="1">
            <a:spLocks noGrp="1"/>
          </p:cNvSpPr>
          <p:nvPr>
            <p:ph type="body" idx="1"/>
          </p:nvPr>
        </p:nvSpPr>
        <p:spPr>
          <a:xfrm>
            <a:off x="586200" y="1694450"/>
            <a:ext cx="11019600" cy="4526100"/>
          </a:xfrm>
          <a:prstGeom prst="rect">
            <a:avLst/>
          </a:prstGeom>
          <a:noFill/>
          <a:ln>
            <a:noFill/>
          </a:ln>
        </p:spPr>
        <p:txBody>
          <a:bodyPr spcFirstLastPara="1" wrap="square" lIns="91425" tIns="45700" rIns="91425" bIns="45700" anchor="t" anchorCtr="0">
            <a:noAutofit/>
          </a:bodyPr>
          <a:lstStyle/>
          <a:p>
            <a:pPr marL="342900" lvl="0" indent="-342900" algn="l" rtl="0">
              <a:spcBef>
                <a:spcPts val="560"/>
              </a:spcBef>
              <a:spcAft>
                <a:spcPts val="0"/>
              </a:spcAft>
              <a:buClr>
                <a:schemeClr val="dk1"/>
              </a:buClr>
              <a:buSzPts val="2800"/>
              <a:buChar char="•"/>
            </a:pPr>
            <a:endParaRPr dirty="0"/>
          </a:p>
          <a:p>
            <a:pPr marL="342900" lvl="0" indent="-165100" algn="l" rtl="0">
              <a:spcBef>
                <a:spcPts val="560"/>
              </a:spcBef>
              <a:spcAft>
                <a:spcPts val="0"/>
              </a:spcAft>
              <a:buClr>
                <a:schemeClr val="dk1"/>
              </a:buClr>
              <a:buSzPts val="2800"/>
              <a:buNone/>
            </a:pPr>
            <a:endParaRPr dirty="0"/>
          </a:p>
        </p:txBody>
      </p:sp>
      <p:pic>
        <p:nvPicPr>
          <p:cNvPr id="6" name="Picture 5" descr="A close up of a map&#10;&#10;Description automatically generated">
            <a:extLst>
              <a:ext uri="{FF2B5EF4-FFF2-40B4-BE49-F238E27FC236}">
                <a16:creationId xmlns:a16="http://schemas.microsoft.com/office/drawing/2014/main" id="{36DCD59D-0ABC-4E6F-AF38-56E31E51372D}"/>
              </a:ext>
            </a:extLst>
          </p:cNvPr>
          <p:cNvPicPr/>
          <p:nvPr/>
        </p:nvPicPr>
        <p:blipFill>
          <a:blip r:embed="rId3">
            <a:extLst>
              <a:ext uri="{28A0092B-C50C-407E-A947-70E740481C1C}">
                <a14:useLocalDpi xmlns:a14="http://schemas.microsoft.com/office/drawing/2010/main" val="0"/>
              </a:ext>
            </a:extLst>
          </a:blip>
          <a:stretch>
            <a:fillRect/>
          </a:stretch>
        </p:blipFill>
        <p:spPr>
          <a:xfrm>
            <a:off x="1621409" y="1681684"/>
            <a:ext cx="9134573" cy="50125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609600" y="633869"/>
            <a:ext cx="10972800" cy="1143000"/>
          </a:xfrm>
          <a:prstGeom prst="rect">
            <a:avLst/>
          </a:prstGeom>
        </p:spPr>
        <p:txBody>
          <a:bodyPr spcFirstLastPara="1" wrap="square" lIns="91425" tIns="45700" rIns="91425" bIns="45700" anchor="ctr" anchorCtr="0">
            <a:noAutofit/>
          </a:bodyPr>
          <a:lstStyle/>
          <a:p>
            <a:pPr lvl="0"/>
            <a:r>
              <a:rPr lang="en-US" dirty="0">
                <a:solidFill>
                  <a:srgbClr val="D9D9D9"/>
                </a:solidFill>
              </a:rPr>
              <a:t>UML Diagram</a:t>
            </a:r>
            <a:endParaRPr dirty="0">
              <a:solidFill>
                <a:srgbClr val="D9D9D9"/>
              </a:solidFill>
            </a:endParaRPr>
          </a:p>
        </p:txBody>
      </p:sp>
      <p:sp>
        <p:nvSpPr>
          <p:cNvPr id="141" name="Google Shape;141;p24"/>
          <p:cNvSpPr txBox="1">
            <a:spLocks noGrp="1"/>
          </p:cNvSpPr>
          <p:nvPr>
            <p:ph type="body" idx="1"/>
          </p:nvPr>
        </p:nvSpPr>
        <p:spPr>
          <a:xfrm>
            <a:off x="609600" y="1600200"/>
            <a:ext cx="10785300" cy="4526100"/>
          </a:xfrm>
          <a:prstGeom prst="rect">
            <a:avLst/>
          </a:prstGeom>
        </p:spPr>
        <p:txBody>
          <a:bodyPr spcFirstLastPara="1" wrap="square" lIns="91425" tIns="45700" rIns="91425" bIns="45700" anchor="t" anchorCtr="0">
            <a:noAutofit/>
          </a:bodyPr>
          <a:lstStyle/>
          <a:p>
            <a:endParaRPr lang="en-US" dirty="0"/>
          </a:p>
          <a:p>
            <a:endParaRPr lang="en-US" dirty="0"/>
          </a:p>
          <a:p>
            <a:endParaRPr lang="en-US" dirty="0"/>
          </a:p>
          <a:p>
            <a:pPr>
              <a:buFont typeface="Wingdings" panose="05000000000000000000" pitchFamily="2" charset="2"/>
              <a:buChar char="§"/>
            </a:pPr>
            <a:r>
              <a:rPr lang="en-US" sz="2400" dirty="0">
                <a:hlinkClick r:id="rId3"/>
              </a:rPr>
              <a:t>Blood Safety and Availability UML Diagram</a:t>
            </a:r>
            <a:endParaRPr lang="en-US" sz="2400" dirty="0"/>
          </a:p>
          <a:p>
            <a:pPr marL="50800" indent="0">
              <a:buNone/>
            </a:pPr>
            <a:endParaRPr lang="en-US" sz="2400" dirty="0"/>
          </a:p>
        </p:txBody>
      </p:sp>
    </p:spTree>
    <p:extLst>
      <p:ext uri="{BB962C8B-B14F-4D97-AF65-F5344CB8AC3E}">
        <p14:creationId xmlns:p14="http://schemas.microsoft.com/office/powerpoint/2010/main" val="868570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609600" y="633869"/>
            <a:ext cx="10972800" cy="1143000"/>
          </a:xfrm>
          <a:prstGeom prst="rect">
            <a:avLst/>
          </a:prstGeom>
        </p:spPr>
        <p:txBody>
          <a:bodyPr spcFirstLastPara="1" wrap="square" lIns="91425" tIns="45700" rIns="91425" bIns="45700" anchor="ctr" anchorCtr="0">
            <a:noAutofit/>
          </a:bodyPr>
          <a:lstStyle/>
          <a:p>
            <a:pPr lvl="0"/>
            <a:r>
              <a:rPr lang="en-US" dirty="0">
                <a:solidFill>
                  <a:srgbClr val="D9D9D9"/>
                </a:solidFill>
              </a:rPr>
              <a:t>Work Flow</a:t>
            </a:r>
            <a:endParaRPr dirty="0">
              <a:solidFill>
                <a:srgbClr val="D9D9D9"/>
              </a:solidFill>
            </a:endParaRPr>
          </a:p>
        </p:txBody>
      </p:sp>
      <p:sp>
        <p:nvSpPr>
          <p:cNvPr id="141" name="Google Shape;141;p24"/>
          <p:cNvSpPr txBox="1">
            <a:spLocks noGrp="1"/>
          </p:cNvSpPr>
          <p:nvPr>
            <p:ph type="body" idx="1"/>
          </p:nvPr>
        </p:nvSpPr>
        <p:spPr>
          <a:xfrm>
            <a:off x="609600" y="1600200"/>
            <a:ext cx="10785300" cy="4526100"/>
          </a:xfrm>
          <a:prstGeom prst="rect">
            <a:avLst/>
          </a:prstGeom>
        </p:spPr>
        <p:txBody>
          <a:bodyPr spcFirstLastPara="1" wrap="square" lIns="91425" tIns="45700" rIns="91425" bIns="45700" anchor="t" anchorCtr="0">
            <a:noAutofit/>
          </a:bodyPr>
          <a:lstStyle/>
          <a:p>
            <a:endParaRPr lang="en-US" dirty="0"/>
          </a:p>
          <a:p>
            <a:endParaRPr lang="en-US" dirty="0"/>
          </a:p>
          <a:p>
            <a:endParaRPr lang="en-US" dirty="0"/>
          </a:p>
          <a:p>
            <a:pPr>
              <a:buFont typeface="Wingdings" panose="05000000000000000000" pitchFamily="2" charset="2"/>
              <a:buChar char="§"/>
            </a:pPr>
            <a:r>
              <a:rPr lang="en-US" sz="2400" dirty="0">
                <a:hlinkClick r:id="rId3"/>
              </a:rPr>
              <a:t>Blood Safety and Availability Work Flow</a:t>
            </a: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161436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609600" y="633869"/>
            <a:ext cx="10972800" cy="846139"/>
          </a:xfrm>
          <a:prstGeom prst="rect">
            <a:avLst/>
          </a:prstGeom>
        </p:spPr>
        <p:txBody>
          <a:bodyPr spcFirstLastPara="1" wrap="square" lIns="91425" tIns="45700" rIns="91425" bIns="45700" anchor="ctr" anchorCtr="0">
            <a:noAutofit/>
          </a:bodyPr>
          <a:lstStyle/>
          <a:p>
            <a:pPr lvl="0"/>
            <a:r>
              <a:rPr lang="en-US" dirty="0">
                <a:solidFill>
                  <a:srgbClr val="D9D9D9"/>
                </a:solidFill>
              </a:rPr>
              <a:t>Roles and Capability</a:t>
            </a:r>
            <a:endParaRPr dirty="0">
              <a:solidFill>
                <a:srgbClr val="D9D9D9"/>
              </a:solidFill>
            </a:endParaRPr>
          </a:p>
        </p:txBody>
      </p:sp>
      <p:sp>
        <p:nvSpPr>
          <p:cNvPr id="141" name="Google Shape;141;p24"/>
          <p:cNvSpPr txBox="1">
            <a:spLocks noGrp="1"/>
          </p:cNvSpPr>
          <p:nvPr>
            <p:ph type="body" idx="1"/>
          </p:nvPr>
        </p:nvSpPr>
        <p:spPr>
          <a:xfrm>
            <a:off x="609600" y="1385740"/>
            <a:ext cx="10785300" cy="5165889"/>
          </a:xfrm>
          <a:prstGeom prst="rect">
            <a:avLst/>
          </a:prstGeom>
        </p:spPr>
        <p:txBody>
          <a:bodyPr spcFirstLastPara="1" wrap="square" lIns="91425" tIns="45700" rIns="91425" bIns="45700" anchor="t" anchorCtr="0">
            <a:noAutofit/>
          </a:bodyPr>
          <a:lstStyle/>
          <a:p>
            <a:endParaRPr lang="en-US" dirty="0"/>
          </a:p>
          <a:p>
            <a:pPr>
              <a:buFont typeface="Wingdings" panose="05000000000000000000" pitchFamily="2" charset="2"/>
              <a:buChar char="§"/>
            </a:pPr>
            <a:r>
              <a:rPr lang="en-US" sz="2400" dirty="0"/>
              <a:t>Sysadmin :  Manages the network(cities),Manages the enterprise for hospital and blood bank, creates hospital and blood bank admin</a:t>
            </a:r>
          </a:p>
          <a:p>
            <a:pPr>
              <a:buFont typeface="Wingdings" panose="05000000000000000000" pitchFamily="2" charset="2"/>
              <a:buChar char="§"/>
            </a:pPr>
            <a:r>
              <a:rPr lang="en-US" sz="2400" dirty="0"/>
              <a:t>Blood bank admin :  Manages blood bank organization(blood bank staff, lab supervisor, donor), Manages blood bank employees</a:t>
            </a:r>
          </a:p>
          <a:p>
            <a:pPr>
              <a:buFont typeface="Wingdings" panose="05000000000000000000" pitchFamily="2" charset="2"/>
              <a:buChar char="§"/>
            </a:pPr>
            <a:r>
              <a:rPr lang="en-US" sz="2400" dirty="0"/>
              <a:t>Donor : Registers himself(personal details), change his login password</a:t>
            </a:r>
          </a:p>
          <a:p>
            <a:pPr>
              <a:buFont typeface="Wingdings" panose="05000000000000000000" pitchFamily="2" charset="2"/>
              <a:buChar char="§"/>
            </a:pPr>
            <a:r>
              <a:rPr lang="en-US" sz="2400" dirty="0"/>
              <a:t>Blood bank Staff : Can view the donor registrations, and responsible for checking if donor is eligible to donate blood and assigning responsible lab supervisor, can update login password, checks requests for blood from hospitals.</a:t>
            </a:r>
          </a:p>
          <a:p>
            <a:pPr>
              <a:buFont typeface="Wingdings" panose="05000000000000000000" pitchFamily="2" charset="2"/>
              <a:buChar char="§"/>
            </a:pPr>
            <a:r>
              <a:rPr lang="en-US" sz="2400" dirty="0"/>
              <a:t>Lab supervisor : view details of assigned donors, responsible for the blood extraction and processing of blood , can update his login credentials</a:t>
            </a: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1705134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609600" y="633869"/>
            <a:ext cx="10972800" cy="1143000"/>
          </a:xfrm>
          <a:prstGeom prst="rect">
            <a:avLst/>
          </a:prstGeom>
        </p:spPr>
        <p:txBody>
          <a:bodyPr spcFirstLastPara="1" wrap="square" lIns="91425" tIns="45700" rIns="91425" bIns="45700" anchor="ctr" anchorCtr="0">
            <a:noAutofit/>
          </a:bodyPr>
          <a:lstStyle/>
          <a:p>
            <a:pPr lvl="0"/>
            <a:r>
              <a:rPr lang="en-US" dirty="0">
                <a:solidFill>
                  <a:srgbClr val="D9D9D9"/>
                </a:solidFill>
              </a:rPr>
              <a:t>Roles and Capability</a:t>
            </a:r>
            <a:endParaRPr dirty="0">
              <a:solidFill>
                <a:srgbClr val="D9D9D9"/>
              </a:solidFill>
            </a:endParaRPr>
          </a:p>
        </p:txBody>
      </p:sp>
      <p:sp>
        <p:nvSpPr>
          <p:cNvPr id="141" name="Google Shape;141;p24"/>
          <p:cNvSpPr txBox="1">
            <a:spLocks noGrp="1"/>
          </p:cNvSpPr>
          <p:nvPr>
            <p:ph type="body" idx="1"/>
          </p:nvPr>
        </p:nvSpPr>
        <p:spPr>
          <a:xfrm>
            <a:off x="609600" y="1776869"/>
            <a:ext cx="10785300" cy="4526100"/>
          </a:xfrm>
          <a:prstGeom prst="rect">
            <a:avLst/>
          </a:prstGeom>
        </p:spPr>
        <p:txBody>
          <a:bodyPr spcFirstLastPara="1" wrap="square" lIns="91425" tIns="45700" rIns="91425" bIns="45700" anchor="t" anchorCtr="0">
            <a:noAutofit/>
          </a:bodyPr>
          <a:lstStyle/>
          <a:p>
            <a:pPr>
              <a:buFont typeface="Wingdings" panose="05000000000000000000" pitchFamily="2" charset="2"/>
              <a:buChar char="§"/>
            </a:pPr>
            <a:r>
              <a:rPr lang="en-US" sz="2400" dirty="0"/>
              <a:t>Hospital admin : Manages hospital organization(Doctor , Patient, Hospital staff),manages hospital employees , manages patients</a:t>
            </a:r>
          </a:p>
          <a:p>
            <a:pPr>
              <a:buFont typeface="Wingdings" panose="05000000000000000000" pitchFamily="2" charset="2"/>
              <a:buChar char="§"/>
            </a:pPr>
            <a:r>
              <a:rPr lang="en-US" sz="2400" dirty="0"/>
              <a:t>Patient : Can register at the hospital, change login credentials , view patient history</a:t>
            </a:r>
          </a:p>
          <a:p>
            <a:pPr>
              <a:buFont typeface="Wingdings" panose="05000000000000000000" pitchFamily="2" charset="2"/>
              <a:buChar char="§"/>
            </a:pPr>
            <a:r>
              <a:rPr lang="en-US" sz="2400" dirty="0"/>
              <a:t>Hospital Staff : Can view admitted patients , check patients vitals and assigns doctor, check requests for transfusion and process the request( searches for blood type availability at blood bank and places order , can change his login credentials</a:t>
            </a:r>
          </a:p>
          <a:p>
            <a:pPr>
              <a:buFont typeface="Wingdings" panose="05000000000000000000" pitchFamily="2" charset="2"/>
              <a:buChar char="§"/>
            </a:pPr>
            <a:r>
              <a:rPr lang="en-US" sz="2400" dirty="0"/>
              <a:t>Doctor : Can view assigned patients and performs diagnosis and places requests for blood transfusion, can update his login credentials</a:t>
            </a: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4025640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609600" y="633869"/>
            <a:ext cx="10972800" cy="1143000"/>
          </a:xfrm>
          <a:prstGeom prst="rect">
            <a:avLst/>
          </a:prstGeom>
        </p:spPr>
        <p:txBody>
          <a:bodyPr spcFirstLastPara="1" wrap="square" lIns="91425" tIns="45700" rIns="91425" bIns="45700" anchor="ctr" anchorCtr="0">
            <a:noAutofit/>
          </a:bodyPr>
          <a:lstStyle/>
          <a:p>
            <a:pPr lvl="0"/>
            <a:r>
              <a:rPr lang="en-US" dirty="0">
                <a:solidFill>
                  <a:srgbClr val="D9D9D9"/>
                </a:solidFill>
              </a:rPr>
              <a:t>References</a:t>
            </a:r>
            <a:endParaRPr dirty="0">
              <a:solidFill>
                <a:srgbClr val="D9D9D9"/>
              </a:solidFill>
            </a:endParaRPr>
          </a:p>
        </p:txBody>
      </p:sp>
      <p:sp>
        <p:nvSpPr>
          <p:cNvPr id="141" name="Google Shape;141;p24"/>
          <p:cNvSpPr txBox="1">
            <a:spLocks noGrp="1"/>
          </p:cNvSpPr>
          <p:nvPr>
            <p:ph type="body" idx="1"/>
          </p:nvPr>
        </p:nvSpPr>
        <p:spPr>
          <a:xfrm>
            <a:off x="609600" y="1600200"/>
            <a:ext cx="10785300" cy="4526100"/>
          </a:xfrm>
          <a:prstGeom prst="rect">
            <a:avLst/>
          </a:prstGeom>
        </p:spPr>
        <p:txBody>
          <a:bodyPr spcFirstLastPara="1" wrap="square" lIns="91425" tIns="45700" rIns="91425" bIns="45700" anchor="t" anchorCtr="0">
            <a:noAutofit/>
          </a:bodyPr>
          <a:lstStyle/>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r>
              <a:rPr lang="en-US" sz="2400" dirty="0">
                <a:hlinkClick r:id="rId3"/>
              </a:rPr>
              <a:t>https://www.redcrossblood.org/</a:t>
            </a: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r>
              <a:rPr lang="en-US" sz="2400" dirty="0">
                <a:hlinkClick r:id="rId4"/>
              </a:rPr>
              <a:t>https://www.oneblood.org/about-donating/target-your-type/</a:t>
            </a: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2505436206"/>
      </p:ext>
    </p:extLst>
  </p:cSld>
  <p:clrMapOvr>
    <a:masterClrMapping/>
  </p:clrMapOvr>
</p:sld>
</file>

<file path=ppt/theme/theme1.xml><?xml version="1.0" encoding="utf-8"?>
<a:theme xmlns:a="http://schemas.openxmlformats.org/drawingml/2006/main" name="2_powerpoint_basic_v4-1">
  <a:themeElements>
    <a:clrScheme name="Custom 3">
      <a:dk1>
        <a:srgbClr val="000000"/>
      </a:dk1>
      <a:lt1>
        <a:srgbClr val="FFFFFF"/>
      </a:lt1>
      <a:dk2>
        <a:srgbClr val="7F7F7F"/>
      </a:dk2>
      <a:lt2>
        <a:srgbClr val="EEECE1"/>
      </a:lt2>
      <a:accent1>
        <a:srgbClr val="C80000"/>
      </a:accent1>
      <a:accent2>
        <a:srgbClr val="1F497D"/>
      </a:accent2>
      <a:accent3>
        <a:srgbClr val="92D050"/>
      </a:accent3>
      <a:accent4>
        <a:srgbClr val="8064A2"/>
      </a:accent4>
      <a:accent5>
        <a:srgbClr val="4BACC6"/>
      </a:accent5>
      <a:accent6>
        <a:srgbClr val="F79646"/>
      </a:accent6>
      <a:hlink>
        <a:srgbClr val="CBCBCB"/>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2614</TotalTime>
  <Words>494</Words>
  <Application>Microsoft Office PowerPoint</Application>
  <PresentationFormat>Widescreen</PresentationFormat>
  <Paragraphs>77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Helvetica Neue</vt:lpstr>
      <vt:lpstr>Wingdings</vt:lpstr>
      <vt:lpstr>Arial Rounded</vt:lpstr>
      <vt:lpstr>2_powerpoint_basic_v4-1</vt:lpstr>
      <vt:lpstr>Blood Safety and Availability Application</vt:lpstr>
      <vt:lpstr>Objective</vt:lpstr>
      <vt:lpstr> Problem Statement</vt:lpstr>
      <vt:lpstr>Solution</vt:lpstr>
      <vt:lpstr>Eco-System Architecture Diagram</vt:lpstr>
      <vt:lpstr>UML Diagram</vt:lpstr>
      <vt:lpstr>Work Flow</vt:lpstr>
      <vt:lpstr>Roles and Capability</vt:lpstr>
      <vt:lpstr>Roles and Capability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ENCP 6000: Sec 06  Ethics Case Study Capstone Project</dc:title>
  <dc:creator>Marisa Thomas</dc:creator>
  <cp:lastModifiedBy>Marisa Thomas</cp:lastModifiedBy>
  <cp:revision>18</cp:revision>
  <dcterms:modified xsi:type="dcterms:W3CDTF">2020-04-21T18:21:55Z</dcterms:modified>
</cp:coreProperties>
</file>